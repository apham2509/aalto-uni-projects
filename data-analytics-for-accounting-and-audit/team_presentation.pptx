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63" r:id="rId3"/>
    <p:sldId id="264" r:id="rId4"/>
    <p:sldId id="258" r:id="rId5"/>
    <p:sldId id="259" r:id="rId6"/>
    <p:sldId id="260" r:id="rId7"/>
    <p:sldId id="266" r:id="rId8"/>
    <p:sldId id="261" r:id="rId9"/>
    <p:sldId id="265" r:id="rId10"/>
    <p:sldId id="262" r:id="rId11"/>
    <p:sldId id="267" r:id="rId12"/>
    <p:sldId id="268" r:id="rId13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79A7E2-7AD3-C75B-52D7-F7D3DB47005D}" v="384" dt="2025-06-02T08:32:56.432"/>
    <p1510:client id="{34B8D18D-4A83-D597-23E2-B9B069B84BA9}" v="852" dt="2025-06-01T23:32:59.526"/>
    <p1510:client id="{49E0CF51-D0DC-6500-71FA-87FFABBEB145}" v="2" dt="2025-06-02T05:01:21.068"/>
    <p1510:client id="{5DCDE947-FD06-FED2-48FC-CFC31D8613AF}" v="7" dt="2025-06-03T09:25:20.691"/>
    <p1510:client id="{92661A42-DA4B-BD49-39EC-ABC4996151A4}" v="65" dt="2025-06-01T21:49:50.260"/>
    <p1510:client id="{A13C44C6-97D3-122E-1684-3B92B7A4A483}" v="80" dt="2025-06-03T10:43:05.480"/>
    <p1510:client id="{AF14DA88-8059-45B1-9BBD-0477226DB621}" v="64" dt="2025-06-02T08:15:52.664"/>
    <p1510:client id="{CE172073-FFAD-0998-39E0-7D6B16405164}" v="15" dt="2025-06-01T14:46:23.342"/>
    <p1510:client id="{DC07FEAC-5D75-C9BE-92AA-D519C335742C}" v="241" dt="2025-06-01T12:47:59.6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eppi Xi Tomi" userId="S::tomi.sieppixi@aalto.fi::c6e54b23-ccae-4280-a80e-502aca6c1d49" providerId="AD" clId="Web-{CB95C76D-059C-5762-280E-577F17902818}"/>
    <pc:docChg chg="modSld">
      <pc:chgData name="Sieppi Xi Tomi" userId="S::tomi.sieppixi@aalto.fi::c6e54b23-ccae-4280-a80e-502aca6c1d49" providerId="AD" clId="Web-{CB95C76D-059C-5762-280E-577F17902818}" dt="2025-06-01T10:12:41.908" v="2" actId="20577"/>
      <pc:docMkLst>
        <pc:docMk/>
      </pc:docMkLst>
      <pc:sldChg chg="modSp">
        <pc:chgData name="Sieppi Xi Tomi" userId="S::tomi.sieppixi@aalto.fi::c6e54b23-ccae-4280-a80e-502aca6c1d49" providerId="AD" clId="Web-{CB95C76D-059C-5762-280E-577F17902818}" dt="2025-06-01T10:12:41.908" v="2" actId="20577"/>
        <pc:sldMkLst>
          <pc:docMk/>
          <pc:sldMk cId="2382333408" sldId="258"/>
        </pc:sldMkLst>
        <pc:spChg chg="mod">
          <ac:chgData name="Sieppi Xi Tomi" userId="S::tomi.sieppixi@aalto.fi::c6e54b23-ccae-4280-a80e-502aca6c1d49" providerId="AD" clId="Web-{CB95C76D-059C-5762-280E-577F17902818}" dt="2025-06-01T10:12:41.908" v="2" actId="20577"/>
          <ac:spMkLst>
            <pc:docMk/>
            <pc:sldMk cId="2382333408" sldId="258"/>
            <ac:spMk id="3" creationId="{1EBAAE2D-EEE5-D9F2-8DA5-C806190E0C6C}"/>
          </ac:spMkLst>
        </pc:spChg>
      </pc:sldChg>
    </pc:docChg>
  </pc:docChgLst>
  <pc:docChgLst>
    <pc:chgData name="Sultan Ali" userId="S::alihaider.sultan@aalto.fi::6309a4a1-dedf-49ca-8c61-f07b982493f6" providerId="AD" clId="Web-{5DCDE947-FD06-FED2-48FC-CFC31D8613AF}"/>
    <pc:docChg chg="modSld">
      <pc:chgData name="Sultan Ali" userId="S::alihaider.sultan@aalto.fi::6309a4a1-dedf-49ca-8c61-f07b982493f6" providerId="AD" clId="Web-{5DCDE947-FD06-FED2-48FC-CFC31D8613AF}" dt="2025-06-03T09:25:20.691" v="6" actId="20577"/>
      <pc:docMkLst>
        <pc:docMk/>
      </pc:docMkLst>
      <pc:sldChg chg="modSp">
        <pc:chgData name="Sultan Ali" userId="S::alihaider.sultan@aalto.fi::6309a4a1-dedf-49ca-8c61-f07b982493f6" providerId="AD" clId="Web-{5DCDE947-FD06-FED2-48FC-CFC31D8613AF}" dt="2025-06-03T09:25:20.691" v="6" actId="20577"/>
        <pc:sldMkLst>
          <pc:docMk/>
          <pc:sldMk cId="3819114946" sldId="259"/>
        </pc:sldMkLst>
        <pc:spChg chg="mod">
          <ac:chgData name="Sultan Ali" userId="S::alihaider.sultan@aalto.fi::6309a4a1-dedf-49ca-8c61-f07b982493f6" providerId="AD" clId="Web-{5DCDE947-FD06-FED2-48FC-CFC31D8613AF}" dt="2025-06-03T09:25:20.691" v="6" actId="20577"/>
          <ac:spMkLst>
            <pc:docMk/>
            <pc:sldMk cId="3819114946" sldId="259"/>
            <ac:spMk id="3" creationId="{EDE531B4-0885-CBE9-FA0C-D0FEE8586619}"/>
          </ac:spMkLst>
        </pc:spChg>
      </pc:sldChg>
    </pc:docChg>
  </pc:docChgLst>
  <pc:docChgLst>
    <pc:chgData name="Sieppi Xi Tomi" userId="S::tomi.sieppixi@aalto.fi::c6e54b23-ccae-4280-a80e-502aca6c1d49" providerId="AD" clId="Web-{C77A58A8-1827-DFA5-62E7-E4495DDF4F5E}"/>
    <pc:docChg chg="addSld modSld addMainMaster delMainMaster">
      <pc:chgData name="Sieppi Xi Tomi" userId="S::tomi.sieppixi@aalto.fi::c6e54b23-ccae-4280-a80e-502aca6c1d49" providerId="AD" clId="Web-{C77A58A8-1827-DFA5-62E7-E4495DDF4F5E}" dt="2025-05-31T08:58:54.699" v="38" actId="20577"/>
      <pc:docMkLst>
        <pc:docMk/>
      </pc:docMkLst>
      <pc:sldChg chg="addSp modSp mod setBg modClrScheme setClrOvrMap chgLayout">
        <pc:chgData name="Sieppi Xi Tomi" userId="S::tomi.sieppixi@aalto.fi::c6e54b23-ccae-4280-a80e-502aca6c1d49" providerId="AD" clId="Web-{C77A58A8-1827-DFA5-62E7-E4495DDF4F5E}" dt="2025-05-31T08:56:04.649" v="25" actId="20577"/>
        <pc:sldMkLst>
          <pc:docMk/>
          <pc:sldMk cId="782385677" sldId="256"/>
        </pc:sldMkLst>
        <pc:spChg chg="mod">
          <ac:chgData name="Sieppi Xi Tomi" userId="S::tomi.sieppixi@aalto.fi::c6e54b23-ccae-4280-a80e-502aca6c1d49" providerId="AD" clId="Web-{C77A58A8-1827-DFA5-62E7-E4495DDF4F5E}" dt="2025-05-31T08:55:33.649" v="16" actId="20577"/>
          <ac:spMkLst>
            <pc:docMk/>
            <pc:sldMk cId="782385677" sldId="256"/>
            <ac:spMk id="2" creationId="{00000000-0000-0000-0000-000000000000}"/>
          </ac:spMkLst>
        </pc:spChg>
        <pc:spChg chg="mod">
          <ac:chgData name="Sieppi Xi Tomi" userId="S::tomi.sieppixi@aalto.fi::c6e54b23-ccae-4280-a80e-502aca6c1d49" providerId="AD" clId="Web-{C77A58A8-1827-DFA5-62E7-E4495DDF4F5E}" dt="2025-05-31T08:56:04.649" v="25" actId="20577"/>
          <ac:spMkLst>
            <pc:docMk/>
            <pc:sldMk cId="782385677" sldId="256"/>
            <ac:spMk id="3" creationId="{00000000-0000-0000-0000-000000000000}"/>
          </ac:spMkLst>
        </pc:spChg>
        <pc:spChg chg="add">
          <ac:chgData name="Sieppi Xi Tomi" userId="S::tomi.sieppixi@aalto.fi::c6e54b23-ccae-4280-a80e-502aca6c1d49" providerId="AD" clId="Web-{C77A58A8-1827-DFA5-62E7-E4495DDF4F5E}" dt="2025-05-31T08:55:07.226" v="10"/>
          <ac:spMkLst>
            <pc:docMk/>
            <pc:sldMk cId="782385677" sldId="256"/>
            <ac:spMk id="9" creationId="{33E93247-6229-44AB-A550-739E971E690B}"/>
          </ac:spMkLst>
        </pc:spChg>
        <pc:spChg chg="add">
          <ac:chgData name="Sieppi Xi Tomi" userId="S::tomi.sieppixi@aalto.fi::c6e54b23-ccae-4280-a80e-502aca6c1d49" providerId="AD" clId="Web-{C77A58A8-1827-DFA5-62E7-E4495DDF4F5E}" dt="2025-05-31T08:55:07.226" v="10"/>
          <ac:spMkLst>
            <pc:docMk/>
            <pc:sldMk cId="782385677" sldId="256"/>
            <ac:spMk id="13" creationId="{EFBAAD93-7DE6-47D1-3609-446AE138A223}"/>
          </ac:spMkLst>
        </pc:spChg>
        <pc:picChg chg="add">
          <ac:chgData name="Sieppi Xi Tomi" userId="S::tomi.sieppixi@aalto.fi::c6e54b23-ccae-4280-a80e-502aca6c1d49" providerId="AD" clId="Web-{C77A58A8-1827-DFA5-62E7-E4495DDF4F5E}" dt="2025-05-31T08:55:07.226" v="10"/>
          <ac:picMkLst>
            <pc:docMk/>
            <pc:sldMk cId="782385677" sldId="256"/>
            <ac:picMk id="4" creationId="{751091EF-C8FD-6268-1866-8CF1655F035A}"/>
          </ac:picMkLst>
        </pc:picChg>
        <pc:cxnChg chg="add">
          <ac:chgData name="Sieppi Xi Tomi" userId="S::tomi.sieppixi@aalto.fi::c6e54b23-ccae-4280-a80e-502aca6c1d49" providerId="AD" clId="Web-{C77A58A8-1827-DFA5-62E7-E4495DDF4F5E}" dt="2025-05-31T08:55:07.226" v="10"/>
          <ac:cxnSpMkLst>
            <pc:docMk/>
            <pc:sldMk cId="782385677" sldId="256"/>
            <ac:cxnSpMk id="11" creationId="{EE2E603F-4A95-4FE8-BB06-211DFD75DBEF}"/>
          </ac:cxnSpMkLst>
        </pc:cxnChg>
        <pc:cxnChg chg="add">
          <ac:chgData name="Sieppi Xi Tomi" userId="S::tomi.sieppixi@aalto.fi::c6e54b23-ccae-4280-a80e-502aca6c1d49" providerId="AD" clId="Web-{C77A58A8-1827-DFA5-62E7-E4495DDF4F5E}" dt="2025-05-31T08:55:07.226" v="10"/>
          <ac:cxnSpMkLst>
            <pc:docMk/>
            <pc:sldMk cId="782385677" sldId="256"/>
            <ac:cxnSpMk id="15" creationId="{90236859-7780-1451-40B8-74A77E2715DD}"/>
          </ac:cxnSpMkLst>
        </pc:cxnChg>
      </pc:sldChg>
      <pc:sldChg chg="modSp new">
        <pc:chgData name="Sieppi Xi Tomi" userId="S::tomi.sieppixi@aalto.fi::c6e54b23-ccae-4280-a80e-502aca6c1d49" providerId="AD" clId="Web-{C77A58A8-1827-DFA5-62E7-E4495DDF4F5E}" dt="2025-05-31T08:58:48.136" v="31" actId="20577"/>
        <pc:sldMkLst>
          <pc:docMk/>
          <pc:sldMk cId="667317651" sldId="257"/>
        </pc:sldMkLst>
        <pc:spChg chg="mod">
          <ac:chgData name="Sieppi Xi Tomi" userId="S::tomi.sieppixi@aalto.fi::c6e54b23-ccae-4280-a80e-502aca6c1d49" providerId="AD" clId="Web-{C77A58A8-1827-DFA5-62E7-E4495DDF4F5E}" dt="2025-05-31T08:58:48.136" v="31" actId="20577"/>
          <ac:spMkLst>
            <pc:docMk/>
            <pc:sldMk cId="667317651" sldId="257"/>
            <ac:spMk id="2" creationId="{BB28BBCD-2337-2DFE-AF30-A7CC47919C21}"/>
          </ac:spMkLst>
        </pc:spChg>
      </pc:sldChg>
      <pc:sldChg chg="modSp new">
        <pc:chgData name="Sieppi Xi Tomi" userId="S::tomi.sieppixi@aalto.fi::c6e54b23-ccae-4280-a80e-502aca6c1d49" providerId="AD" clId="Web-{C77A58A8-1827-DFA5-62E7-E4495DDF4F5E}" dt="2025-05-31T08:58:54.699" v="38" actId="20577"/>
        <pc:sldMkLst>
          <pc:docMk/>
          <pc:sldMk cId="2382333408" sldId="258"/>
        </pc:sldMkLst>
        <pc:spChg chg="mod">
          <ac:chgData name="Sieppi Xi Tomi" userId="S::tomi.sieppixi@aalto.fi::c6e54b23-ccae-4280-a80e-502aca6c1d49" providerId="AD" clId="Web-{C77A58A8-1827-DFA5-62E7-E4495DDF4F5E}" dt="2025-05-31T08:58:54.699" v="38" actId="20577"/>
          <ac:spMkLst>
            <pc:docMk/>
            <pc:sldMk cId="2382333408" sldId="258"/>
            <ac:spMk id="2" creationId="{4EADC056-3ABB-3762-939E-3B873C04EED7}"/>
          </ac:spMkLst>
        </pc:spChg>
      </pc:sldChg>
      <pc:sldMasterChg chg="del delSldLayout">
        <pc:chgData name="Sieppi Xi Tomi" userId="S::tomi.sieppixi@aalto.fi::c6e54b23-ccae-4280-a80e-502aca6c1d49" providerId="AD" clId="Web-{C77A58A8-1827-DFA5-62E7-E4495DDF4F5E}" dt="2025-05-31T08:55:07.226" v="10"/>
        <pc:sldMasterMkLst>
          <pc:docMk/>
          <pc:sldMasterMk cId="1034520112" sldId="2147483648"/>
        </pc:sldMasterMkLst>
        <pc:sldLayoutChg chg="del">
          <pc:chgData name="Sieppi Xi Tomi" userId="S::tomi.sieppixi@aalto.fi::c6e54b23-ccae-4280-a80e-502aca6c1d49" providerId="AD" clId="Web-{C77A58A8-1827-DFA5-62E7-E4495DDF4F5E}" dt="2025-05-31T08:55:07.226" v="10"/>
          <pc:sldLayoutMkLst>
            <pc:docMk/>
            <pc:sldMasterMk cId="1034520112" sldId="2147483648"/>
            <pc:sldLayoutMk cId="2822443542" sldId="2147483649"/>
          </pc:sldLayoutMkLst>
        </pc:sldLayoutChg>
        <pc:sldLayoutChg chg="del">
          <pc:chgData name="Sieppi Xi Tomi" userId="S::tomi.sieppixi@aalto.fi::c6e54b23-ccae-4280-a80e-502aca6c1d49" providerId="AD" clId="Web-{C77A58A8-1827-DFA5-62E7-E4495DDF4F5E}" dt="2025-05-31T08:55:07.226" v="10"/>
          <pc:sldLayoutMkLst>
            <pc:docMk/>
            <pc:sldMasterMk cId="1034520112" sldId="2147483648"/>
            <pc:sldLayoutMk cId="191875738" sldId="2147483650"/>
          </pc:sldLayoutMkLst>
        </pc:sldLayoutChg>
        <pc:sldLayoutChg chg="del">
          <pc:chgData name="Sieppi Xi Tomi" userId="S::tomi.sieppixi@aalto.fi::c6e54b23-ccae-4280-a80e-502aca6c1d49" providerId="AD" clId="Web-{C77A58A8-1827-DFA5-62E7-E4495DDF4F5E}" dt="2025-05-31T08:55:07.226" v="10"/>
          <pc:sldLayoutMkLst>
            <pc:docMk/>
            <pc:sldMasterMk cId="1034520112" sldId="2147483648"/>
            <pc:sldLayoutMk cId="625772058" sldId="2147483651"/>
          </pc:sldLayoutMkLst>
        </pc:sldLayoutChg>
        <pc:sldLayoutChg chg="del">
          <pc:chgData name="Sieppi Xi Tomi" userId="S::tomi.sieppixi@aalto.fi::c6e54b23-ccae-4280-a80e-502aca6c1d49" providerId="AD" clId="Web-{C77A58A8-1827-DFA5-62E7-E4495DDF4F5E}" dt="2025-05-31T08:55:07.226" v="10"/>
          <pc:sldLayoutMkLst>
            <pc:docMk/>
            <pc:sldMasterMk cId="1034520112" sldId="2147483648"/>
            <pc:sldLayoutMk cId="1368371511" sldId="2147483652"/>
          </pc:sldLayoutMkLst>
        </pc:sldLayoutChg>
        <pc:sldLayoutChg chg="del">
          <pc:chgData name="Sieppi Xi Tomi" userId="S::tomi.sieppixi@aalto.fi::c6e54b23-ccae-4280-a80e-502aca6c1d49" providerId="AD" clId="Web-{C77A58A8-1827-DFA5-62E7-E4495DDF4F5E}" dt="2025-05-31T08:55:07.226" v="10"/>
          <pc:sldLayoutMkLst>
            <pc:docMk/>
            <pc:sldMasterMk cId="1034520112" sldId="2147483648"/>
            <pc:sldLayoutMk cId="4234365057" sldId="2147483653"/>
          </pc:sldLayoutMkLst>
        </pc:sldLayoutChg>
        <pc:sldLayoutChg chg="del">
          <pc:chgData name="Sieppi Xi Tomi" userId="S::tomi.sieppixi@aalto.fi::c6e54b23-ccae-4280-a80e-502aca6c1d49" providerId="AD" clId="Web-{C77A58A8-1827-DFA5-62E7-E4495DDF4F5E}" dt="2025-05-31T08:55:07.226" v="10"/>
          <pc:sldLayoutMkLst>
            <pc:docMk/>
            <pc:sldMasterMk cId="1034520112" sldId="2147483648"/>
            <pc:sldLayoutMk cId="323876409" sldId="2147483654"/>
          </pc:sldLayoutMkLst>
        </pc:sldLayoutChg>
        <pc:sldLayoutChg chg="del">
          <pc:chgData name="Sieppi Xi Tomi" userId="S::tomi.sieppixi@aalto.fi::c6e54b23-ccae-4280-a80e-502aca6c1d49" providerId="AD" clId="Web-{C77A58A8-1827-DFA5-62E7-E4495DDF4F5E}" dt="2025-05-31T08:55:07.226" v="10"/>
          <pc:sldLayoutMkLst>
            <pc:docMk/>
            <pc:sldMasterMk cId="1034520112" sldId="2147483648"/>
            <pc:sldLayoutMk cId="1583615748" sldId="2147483655"/>
          </pc:sldLayoutMkLst>
        </pc:sldLayoutChg>
        <pc:sldLayoutChg chg="del">
          <pc:chgData name="Sieppi Xi Tomi" userId="S::tomi.sieppixi@aalto.fi::c6e54b23-ccae-4280-a80e-502aca6c1d49" providerId="AD" clId="Web-{C77A58A8-1827-DFA5-62E7-E4495DDF4F5E}" dt="2025-05-31T08:55:07.226" v="10"/>
          <pc:sldLayoutMkLst>
            <pc:docMk/>
            <pc:sldMasterMk cId="1034520112" sldId="2147483648"/>
            <pc:sldLayoutMk cId="3827074677" sldId="2147483656"/>
          </pc:sldLayoutMkLst>
        </pc:sldLayoutChg>
        <pc:sldLayoutChg chg="del">
          <pc:chgData name="Sieppi Xi Tomi" userId="S::tomi.sieppixi@aalto.fi::c6e54b23-ccae-4280-a80e-502aca6c1d49" providerId="AD" clId="Web-{C77A58A8-1827-DFA5-62E7-E4495DDF4F5E}" dt="2025-05-31T08:55:07.226" v="10"/>
          <pc:sldLayoutMkLst>
            <pc:docMk/>
            <pc:sldMasterMk cId="1034520112" sldId="2147483648"/>
            <pc:sldLayoutMk cId="3139981579" sldId="2147483657"/>
          </pc:sldLayoutMkLst>
        </pc:sldLayoutChg>
        <pc:sldLayoutChg chg="del">
          <pc:chgData name="Sieppi Xi Tomi" userId="S::tomi.sieppixi@aalto.fi::c6e54b23-ccae-4280-a80e-502aca6c1d49" providerId="AD" clId="Web-{C77A58A8-1827-DFA5-62E7-E4495DDF4F5E}" dt="2025-05-31T08:55:07.226" v="10"/>
          <pc:sldLayoutMkLst>
            <pc:docMk/>
            <pc:sldMasterMk cId="1034520112" sldId="2147483648"/>
            <pc:sldLayoutMk cId="1012034331" sldId="2147483658"/>
          </pc:sldLayoutMkLst>
        </pc:sldLayoutChg>
        <pc:sldLayoutChg chg="del">
          <pc:chgData name="Sieppi Xi Tomi" userId="S::tomi.sieppixi@aalto.fi::c6e54b23-ccae-4280-a80e-502aca6c1d49" providerId="AD" clId="Web-{C77A58A8-1827-DFA5-62E7-E4495DDF4F5E}" dt="2025-05-31T08:55:07.226" v="10"/>
          <pc:sldLayoutMkLst>
            <pc:docMk/>
            <pc:sldMasterMk cId="1034520112" sldId="2147483648"/>
            <pc:sldLayoutMk cId="3406455356" sldId="2147483659"/>
          </pc:sldLayoutMkLst>
        </pc:sldLayoutChg>
      </pc:sldMasterChg>
      <pc:sldMasterChg chg="add addSldLayout">
        <pc:chgData name="Sieppi Xi Tomi" userId="S::tomi.sieppixi@aalto.fi::c6e54b23-ccae-4280-a80e-502aca6c1d49" providerId="AD" clId="Web-{C77A58A8-1827-DFA5-62E7-E4495DDF4F5E}" dt="2025-05-31T08:55:07.226" v="10"/>
        <pc:sldMasterMkLst>
          <pc:docMk/>
          <pc:sldMasterMk cId="2036222257" sldId="2147483696"/>
        </pc:sldMasterMkLst>
        <pc:sldLayoutChg chg="add">
          <pc:chgData name="Sieppi Xi Tomi" userId="S::tomi.sieppixi@aalto.fi::c6e54b23-ccae-4280-a80e-502aca6c1d49" providerId="AD" clId="Web-{C77A58A8-1827-DFA5-62E7-E4495DDF4F5E}" dt="2025-05-31T08:55:07.226" v="10"/>
          <pc:sldLayoutMkLst>
            <pc:docMk/>
            <pc:sldMasterMk cId="2036222257" sldId="2147483696"/>
            <pc:sldLayoutMk cId="4164441399" sldId="2147483685"/>
          </pc:sldLayoutMkLst>
        </pc:sldLayoutChg>
        <pc:sldLayoutChg chg="add">
          <pc:chgData name="Sieppi Xi Tomi" userId="S::tomi.sieppixi@aalto.fi::c6e54b23-ccae-4280-a80e-502aca6c1d49" providerId="AD" clId="Web-{C77A58A8-1827-DFA5-62E7-E4495DDF4F5E}" dt="2025-05-31T08:55:07.226" v="10"/>
          <pc:sldLayoutMkLst>
            <pc:docMk/>
            <pc:sldMasterMk cId="2036222257" sldId="2147483696"/>
            <pc:sldLayoutMk cId="1696158988" sldId="2147483686"/>
          </pc:sldLayoutMkLst>
        </pc:sldLayoutChg>
        <pc:sldLayoutChg chg="add">
          <pc:chgData name="Sieppi Xi Tomi" userId="S::tomi.sieppixi@aalto.fi::c6e54b23-ccae-4280-a80e-502aca6c1d49" providerId="AD" clId="Web-{C77A58A8-1827-DFA5-62E7-E4495DDF4F5E}" dt="2025-05-31T08:55:07.226" v="10"/>
          <pc:sldLayoutMkLst>
            <pc:docMk/>
            <pc:sldMasterMk cId="2036222257" sldId="2147483696"/>
            <pc:sldLayoutMk cId="367292728" sldId="2147483687"/>
          </pc:sldLayoutMkLst>
        </pc:sldLayoutChg>
        <pc:sldLayoutChg chg="add">
          <pc:chgData name="Sieppi Xi Tomi" userId="S::tomi.sieppixi@aalto.fi::c6e54b23-ccae-4280-a80e-502aca6c1d49" providerId="AD" clId="Web-{C77A58A8-1827-DFA5-62E7-E4495DDF4F5E}" dt="2025-05-31T08:55:07.226" v="10"/>
          <pc:sldLayoutMkLst>
            <pc:docMk/>
            <pc:sldMasterMk cId="2036222257" sldId="2147483696"/>
            <pc:sldLayoutMk cId="1128124305" sldId="2147483688"/>
          </pc:sldLayoutMkLst>
        </pc:sldLayoutChg>
        <pc:sldLayoutChg chg="add">
          <pc:chgData name="Sieppi Xi Tomi" userId="S::tomi.sieppixi@aalto.fi::c6e54b23-ccae-4280-a80e-502aca6c1d49" providerId="AD" clId="Web-{C77A58A8-1827-DFA5-62E7-E4495DDF4F5E}" dt="2025-05-31T08:55:07.226" v="10"/>
          <pc:sldLayoutMkLst>
            <pc:docMk/>
            <pc:sldMasterMk cId="2036222257" sldId="2147483696"/>
            <pc:sldLayoutMk cId="3160411991" sldId="2147483689"/>
          </pc:sldLayoutMkLst>
        </pc:sldLayoutChg>
        <pc:sldLayoutChg chg="add">
          <pc:chgData name="Sieppi Xi Tomi" userId="S::tomi.sieppixi@aalto.fi::c6e54b23-ccae-4280-a80e-502aca6c1d49" providerId="AD" clId="Web-{C77A58A8-1827-DFA5-62E7-E4495DDF4F5E}" dt="2025-05-31T08:55:07.226" v="10"/>
          <pc:sldLayoutMkLst>
            <pc:docMk/>
            <pc:sldMasterMk cId="2036222257" sldId="2147483696"/>
            <pc:sldLayoutMk cId="3493478973" sldId="2147483690"/>
          </pc:sldLayoutMkLst>
        </pc:sldLayoutChg>
        <pc:sldLayoutChg chg="add">
          <pc:chgData name="Sieppi Xi Tomi" userId="S::tomi.sieppixi@aalto.fi::c6e54b23-ccae-4280-a80e-502aca6c1d49" providerId="AD" clId="Web-{C77A58A8-1827-DFA5-62E7-E4495DDF4F5E}" dt="2025-05-31T08:55:07.226" v="10"/>
          <pc:sldLayoutMkLst>
            <pc:docMk/>
            <pc:sldMasterMk cId="2036222257" sldId="2147483696"/>
            <pc:sldLayoutMk cId="2581286647" sldId="2147483691"/>
          </pc:sldLayoutMkLst>
        </pc:sldLayoutChg>
        <pc:sldLayoutChg chg="add">
          <pc:chgData name="Sieppi Xi Tomi" userId="S::tomi.sieppixi@aalto.fi::c6e54b23-ccae-4280-a80e-502aca6c1d49" providerId="AD" clId="Web-{C77A58A8-1827-DFA5-62E7-E4495DDF4F5E}" dt="2025-05-31T08:55:07.226" v="10"/>
          <pc:sldLayoutMkLst>
            <pc:docMk/>
            <pc:sldMasterMk cId="2036222257" sldId="2147483696"/>
            <pc:sldLayoutMk cId="4243347997" sldId="2147483692"/>
          </pc:sldLayoutMkLst>
        </pc:sldLayoutChg>
        <pc:sldLayoutChg chg="add">
          <pc:chgData name="Sieppi Xi Tomi" userId="S::tomi.sieppixi@aalto.fi::c6e54b23-ccae-4280-a80e-502aca6c1d49" providerId="AD" clId="Web-{C77A58A8-1827-DFA5-62E7-E4495DDF4F5E}" dt="2025-05-31T08:55:07.226" v="10"/>
          <pc:sldLayoutMkLst>
            <pc:docMk/>
            <pc:sldMasterMk cId="2036222257" sldId="2147483696"/>
            <pc:sldLayoutMk cId="2962039784" sldId="2147483693"/>
          </pc:sldLayoutMkLst>
        </pc:sldLayoutChg>
        <pc:sldLayoutChg chg="add">
          <pc:chgData name="Sieppi Xi Tomi" userId="S::tomi.sieppixi@aalto.fi::c6e54b23-ccae-4280-a80e-502aca6c1d49" providerId="AD" clId="Web-{C77A58A8-1827-DFA5-62E7-E4495DDF4F5E}" dt="2025-05-31T08:55:07.226" v="10"/>
          <pc:sldLayoutMkLst>
            <pc:docMk/>
            <pc:sldMasterMk cId="2036222257" sldId="2147483696"/>
            <pc:sldLayoutMk cId="3207385373" sldId="2147483694"/>
          </pc:sldLayoutMkLst>
        </pc:sldLayoutChg>
        <pc:sldLayoutChg chg="add">
          <pc:chgData name="Sieppi Xi Tomi" userId="S::tomi.sieppixi@aalto.fi::c6e54b23-ccae-4280-a80e-502aca6c1d49" providerId="AD" clId="Web-{C77A58A8-1827-DFA5-62E7-E4495DDF4F5E}" dt="2025-05-31T08:55:07.226" v="10"/>
          <pc:sldLayoutMkLst>
            <pc:docMk/>
            <pc:sldMasterMk cId="2036222257" sldId="2147483696"/>
            <pc:sldLayoutMk cId="3892819711" sldId="2147483695"/>
          </pc:sldLayoutMkLst>
        </pc:sldLayoutChg>
      </pc:sldMasterChg>
    </pc:docChg>
  </pc:docChgLst>
  <pc:docChgLst>
    <pc:chgData name="Le Ngan" userId="S::ngan.le@aalto.fi::f6d06f18-cb4b-48ae-b5be-eee4357bd4f1" providerId="AD" clId="Web-{34B8D18D-4A83-D597-23E2-B9B069B84BA9}"/>
    <pc:docChg chg="addSld modSld">
      <pc:chgData name="Le Ngan" userId="S::ngan.le@aalto.fi::f6d06f18-cb4b-48ae-b5be-eee4357bd4f1" providerId="AD" clId="Web-{34B8D18D-4A83-D597-23E2-B9B069B84BA9}" dt="2025-06-01T23:32:54.385" v="847"/>
      <pc:docMkLst>
        <pc:docMk/>
      </pc:docMkLst>
      <pc:sldChg chg="modSp">
        <pc:chgData name="Le Ngan" userId="S::ngan.le@aalto.fi::f6d06f18-cb4b-48ae-b5be-eee4357bd4f1" providerId="AD" clId="Web-{34B8D18D-4A83-D597-23E2-B9B069B84BA9}" dt="2025-06-01T23:10:28.852" v="619" actId="1076"/>
        <pc:sldMkLst>
          <pc:docMk/>
          <pc:sldMk cId="347141362" sldId="260"/>
        </pc:sldMkLst>
        <pc:spChg chg="mod">
          <ac:chgData name="Le Ngan" userId="S::ngan.le@aalto.fi::f6d06f18-cb4b-48ae-b5be-eee4357bd4f1" providerId="AD" clId="Web-{34B8D18D-4A83-D597-23E2-B9B069B84BA9}" dt="2025-06-01T23:10:28.852" v="619" actId="1076"/>
          <ac:spMkLst>
            <pc:docMk/>
            <pc:sldMk cId="347141362" sldId="260"/>
            <ac:spMk id="3" creationId="{57D1144B-1A94-ADD7-00E6-16575EC4A566}"/>
          </ac:spMkLst>
        </pc:spChg>
        <pc:picChg chg="mod">
          <ac:chgData name="Le Ngan" userId="S::ngan.le@aalto.fi::f6d06f18-cb4b-48ae-b5be-eee4357bd4f1" providerId="AD" clId="Web-{34B8D18D-4A83-D597-23E2-B9B069B84BA9}" dt="2025-06-01T17:37:28.233" v="363" actId="14100"/>
          <ac:picMkLst>
            <pc:docMk/>
            <pc:sldMk cId="347141362" sldId="260"/>
            <ac:picMk id="5" creationId="{1034CD3F-9FAF-944A-C268-7DB2A13A56D5}"/>
          </ac:picMkLst>
        </pc:picChg>
      </pc:sldChg>
      <pc:sldChg chg="addSp delSp modSp">
        <pc:chgData name="Le Ngan" userId="S::ngan.le@aalto.fi::f6d06f18-cb4b-48ae-b5be-eee4357bd4f1" providerId="AD" clId="Web-{34B8D18D-4A83-D597-23E2-B9B069B84BA9}" dt="2025-06-01T23:27:46.024" v="706" actId="20577"/>
        <pc:sldMkLst>
          <pc:docMk/>
          <pc:sldMk cId="300008187" sldId="261"/>
        </pc:sldMkLst>
        <pc:spChg chg="mod">
          <ac:chgData name="Le Ngan" userId="S::ngan.le@aalto.fi::f6d06f18-cb4b-48ae-b5be-eee4357bd4f1" providerId="AD" clId="Web-{34B8D18D-4A83-D597-23E2-B9B069B84BA9}" dt="2025-06-01T23:27:46.024" v="706" actId="20577"/>
          <ac:spMkLst>
            <pc:docMk/>
            <pc:sldMk cId="300008187" sldId="261"/>
            <ac:spMk id="2" creationId="{640DF414-D76D-FFBD-5C48-D953ABC3B8E9}"/>
          </ac:spMkLst>
        </pc:spChg>
        <pc:spChg chg="del mod">
          <ac:chgData name="Le Ngan" userId="S::ngan.le@aalto.fi::f6d06f18-cb4b-48ae-b5be-eee4357bd4f1" providerId="AD" clId="Web-{34B8D18D-4A83-D597-23E2-B9B069B84BA9}" dt="2025-06-01T23:22:30.255" v="621"/>
          <ac:spMkLst>
            <pc:docMk/>
            <pc:sldMk cId="300008187" sldId="261"/>
            <ac:spMk id="3" creationId="{BABB9DD6-AB74-0E4F-EF17-950755E3CAB9}"/>
          </ac:spMkLst>
        </pc:spChg>
        <pc:spChg chg="add del mod">
          <ac:chgData name="Le Ngan" userId="S::ngan.le@aalto.fi::f6d06f18-cb4b-48ae-b5be-eee4357bd4f1" providerId="AD" clId="Web-{34B8D18D-4A83-D597-23E2-B9B069B84BA9}" dt="2025-06-01T23:22:42.442" v="632"/>
          <ac:spMkLst>
            <pc:docMk/>
            <pc:sldMk cId="300008187" sldId="261"/>
            <ac:spMk id="6" creationId="{0F8FD208-01CB-27DA-BB75-1FFFB1AC7E0C}"/>
          </ac:spMkLst>
        </pc:spChg>
        <pc:graphicFrameChg chg="add del mod ord modGraphic">
          <ac:chgData name="Le Ngan" userId="S::ngan.le@aalto.fi::f6d06f18-cb4b-48ae-b5be-eee4357bd4f1" providerId="AD" clId="Web-{34B8D18D-4A83-D597-23E2-B9B069B84BA9}" dt="2025-06-01T23:22:34.864" v="631"/>
          <ac:graphicFrameMkLst>
            <pc:docMk/>
            <pc:sldMk cId="300008187" sldId="261"/>
            <ac:graphicFrameMk id="9" creationId="{D95641F6-BFCC-4C86-3F62-46F601D0A313}"/>
          </ac:graphicFrameMkLst>
        </pc:graphicFrameChg>
        <pc:graphicFrameChg chg="add del mod">
          <ac:chgData name="Le Ngan" userId="S::ngan.le@aalto.fi::f6d06f18-cb4b-48ae-b5be-eee4357bd4f1" providerId="AD" clId="Web-{34B8D18D-4A83-D597-23E2-B9B069B84BA9}" dt="2025-06-01T23:22:34.864" v="630"/>
          <ac:graphicFrameMkLst>
            <pc:docMk/>
            <pc:sldMk cId="300008187" sldId="261"/>
            <ac:graphicFrameMk id="11" creationId="{6D8F846A-8BCC-4AFF-FA0A-A82F59518EF0}"/>
          </ac:graphicFrameMkLst>
        </pc:graphicFrameChg>
        <pc:graphicFrameChg chg="add del mod">
          <ac:chgData name="Le Ngan" userId="S::ngan.le@aalto.fi::f6d06f18-cb4b-48ae-b5be-eee4357bd4f1" providerId="AD" clId="Web-{34B8D18D-4A83-D597-23E2-B9B069B84BA9}" dt="2025-06-01T23:22:34.864" v="629"/>
          <ac:graphicFrameMkLst>
            <pc:docMk/>
            <pc:sldMk cId="300008187" sldId="261"/>
            <ac:graphicFrameMk id="13" creationId="{A7F93B73-7E09-BDF1-C77E-7F8FF9D87579}"/>
          </ac:graphicFrameMkLst>
        </pc:graphicFrameChg>
        <pc:graphicFrameChg chg="add del mod">
          <ac:chgData name="Le Ngan" userId="S::ngan.le@aalto.fi::f6d06f18-cb4b-48ae-b5be-eee4357bd4f1" providerId="AD" clId="Web-{34B8D18D-4A83-D597-23E2-B9B069B84BA9}" dt="2025-06-01T23:22:34.864" v="628"/>
          <ac:graphicFrameMkLst>
            <pc:docMk/>
            <pc:sldMk cId="300008187" sldId="261"/>
            <ac:graphicFrameMk id="15" creationId="{FF6A4E0F-3A35-4FF7-2E7A-D0416D5B3E46}"/>
          </ac:graphicFrameMkLst>
        </pc:graphicFrameChg>
        <pc:graphicFrameChg chg="add del mod">
          <ac:chgData name="Le Ngan" userId="S::ngan.le@aalto.fi::f6d06f18-cb4b-48ae-b5be-eee4357bd4f1" providerId="AD" clId="Web-{34B8D18D-4A83-D597-23E2-B9B069B84BA9}" dt="2025-06-01T23:22:34.864" v="627"/>
          <ac:graphicFrameMkLst>
            <pc:docMk/>
            <pc:sldMk cId="300008187" sldId="261"/>
            <ac:graphicFrameMk id="17" creationId="{AEA98F95-E374-4399-2ED4-61976B52FBAB}"/>
          </ac:graphicFrameMkLst>
        </pc:graphicFrameChg>
        <pc:graphicFrameChg chg="add mod ord modGraphic">
          <ac:chgData name="Le Ngan" userId="S::ngan.le@aalto.fi::f6d06f18-cb4b-48ae-b5be-eee4357bd4f1" providerId="AD" clId="Web-{34B8D18D-4A83-D597-23E2-B9B069B84BA9}" dt="2025-06-01T23:24:15.634" v="677"/>
          <ac:graphicFrameMkLst>
            <pc:docMk/>
            <pc:sldMk cId="300008187" sldId="261"/>
            <ac:graphicFrameMk id="19" creationId="{8598C04B-7261-644D-461A-6D44460A2C8F}"/>
          </ac:graphicFrameMkLst>
        </pc:graphicFrameChg>
      </pc:sldChg>
      <pc:sldChg chg="addSp delSp modSp">
        <pc:chgData name="Le Ngan" userId="S::ngan.le@aalto.fi::f6d06f18-cb4b-48ae-b5be-eee4357bd4f1" providerId="AD" clId="Web-{34B8D18D-4A83-D597-23E2-B9B069B84BA9}" dt="2025-06-01T18:25:10.959" v="472" actId="20577"/>
        <pc:sldMkLst>
          <pc:docMk/>
          <pc:sldMk cId="1873675956" sldId="262"/>
        </pc:sldMkLst>
        <pc:spChg chg="mod">
          <ac:chgData name="Le Ngan" userId="S::ngan.le@aalto.fi::f6d06f18-cb4b-48ae-b5be-eee4357bd4f1" providerId="AD" clId="Web-{34B8D18D-4A83-D597-23E2-B9B069B84BA9}" dt="2025-06-01T17:36:30.404" v="355" actId="20577"/>
          <ac:spMkLst>
            <pc:docMk/>
            <pc:sldMk cId="1873675956" sldId="262"/>
            <ac:spMk id="2" creationId="{27EA716C-E583-10AA-A661-A1ABCB312359}"/>
          </ac:spMkLst>
        </pc:spChg>
        <pc:spChg chg="add del">
          <ac:chgData name="Le Ngan" userId="S::ngan.le@aalto.fi::f6d06f18-cb4b-48ae-b5be-eee4357bd4f1" providerId="AD" clId="Web-{34B8D18D-4A83-D597-23E2-B9B069B84BA9}" dt="2025-06-01T16:53:26.192" v="171"/>
          <ac:spMkLst>
            <pc:docMk/>
            <pc:sldMk cId="1873675956" sldId="262"/>
            <ac:spMk id="3" creationId="{69FAFF52-320F-DBE9-E7D1-4F45749A719B}"/>
          </ac:spMkLst>
        </pc:spChg>
        <pc:spChg chg="add mod">
          <ac:chgData name="Le Ngan" userId="S::ngan.le@aalto.fi::f6d06f18-cb4b-48ae-b5be-eee4357bd4f1" providerId="AD" clId="Web-{34B8D18D-4A83-D597-23E2-B9B069B84BA9}" dt="2025-06-01T18:25:10.959" v="472" actId="20577"/>
          <ac:spMkLst>
            <pc:docMk/>
            <pc:sldMk cId="1873675956" sldId="262"/>
            <ac:spMk id="80" creationId="{A6310B8B-F788-D9F4-F2E9-46C41B6F8B85}"/>
          </ac:spMkLst>
        </pc:spChg>
        <pc:graphicFrameChg chg="add del mod ord modGraphic">
          <ac:chgData name="Le Ngan" userId="S::ngan.le@aalto.fi::f6d06f18-cb4b-48ae-b5be-eee4357bd4f1" providerId="AD" clId="Web-{34B8D18D-4A83-D597-23E2-B9B069B84BA9}" dt="2025-06-01T17:03:57.088" v="184"/>
          <ac:graphicFrameMkLst>
            <pc:docMk/>
            <pc:sldMk cId="1873675956" sldId="262"/>
            <ac:graphicFrameMk id="4" creationId="{D3F29A09-C4D8-D9C9-3B22-8BE470939C3F}"/>
          </ac:graphicFrameMkLst>
        </pc:graphicFrameChg>
      </pc:sldChg>
      <pc:sldChg chg="modSp add replId">
        <pc:chgData name="Le Ngan" userId="S::ngan.le@aalto.fi::f6d06f18-cb4b-48ae-b5be-eee4357bd4f1" providerId="AD" clId="Web-{34B8D18D-4A83-D597-23E2-B9B069B84BA9}" dt="2025-06-01T23:27:10.586" v="694" actId="20577"/>
        <pc:sldMkLst>
          <pc:docMk/>
          <pc:sldMk cId="2436618364" sldId="265"/>
        </pc:sldMkLst>
        <pc:spChg chg="mod">
          <ac:chgData name="Le Ngan" userId="S::ngan.le@aalto.fi::f6d06f18-cb4b-48ae-b5be-eee4357bd4f1" providerId="AD" clId="Web-{34B8D18D-4A83-D597-23E2-B9B069B84BA9}" dt="2025-06-01T23:26:08.821" v="689" actId="14100"/>
          <ac:spMkLst>
            <pc:docMk/>
            <pc:sldMk cId="2436618364" sldId="265"/>
            <ac:spMk id="2" creationId="{5DB2B0F5-3518-EFB7-DF2F-2B6855524496}"/>
          </ac:spMkLst>
        </pc:spChg>
        <pc:spChg chg="mod">
          <ac:chgData name="Le Ngan" userId="S::ngan.le@aalto.fi::f6d06f18-cb4b-48ae-b5be-eee4357bd4f1" providerId="AD" clId="Web-{34B8D18D-4A83-D597-23E2-B9B069B84BA9}" dt="2025-06-01T23:27:10.586" v="694" actId="20577"/>
          <ac:spMkLst>
            <pc:docMk/>
            <pc:sldMk cId="2436618364" sldId="265"/>
            <ac:spMk id="3" creationId="{8DCBBB67-2D63-1999-4E97-7A07683745AA}"/>
          </ac:spMkLst>
        </pc:spChg>
      </pc:sldChg>
      <pc:sldChg chg="addSp delSp modSp add replId">
        <pc:chgData name="Le Ngan" userId="S::ngan.le@aalto.fi::f6d06f18-cb4b-48ae-b5be-eee4357bd4f1" providerId="AD" clId="Web-{34B8D18D-4A83-D597-23E2-B9B069B84BA9}" dt="2025-06-01T23:32:54.385" v="847"/>
        <pc:sldMkLst>
          <pc:docMk/>
          <pc:sldMk cId="471951701" sldId="266"/>
        </pc:sldMkLst>
        <pc:spChg chg="mod">
          <ac:chgData name="Le Ngan" userId="S::ngan.le@aalto.fi::f6d06f18-cb4b-48ae-b5be-eee4357bd4f1" providerId="AD" clId="Web-{34B8D18D-4A83-D597-23E2-B9B069B84BA9}" dt="2025-06-01T23:27:59.961" v="718" actId="20577"/>
          <ac:spMkLst>
            <pc:docMk/>
            <pc:sldMk cId="471951701" sldId="266"/>
            <ac:spMk id="2" creationId="{E90077A8-EDD0-4256-B99E-17E70D3510BE}"/>
          </ac:spMkLst>
        </pc:spChg>
        <pc:spChg chg="add del mod">
          <ac:chgData name="Le Ngan" userId="S::ngan.le@aalto.fi::f6d06f18-cb4b-48ae-b5be-eee4357bd4f1" providerId="AD" clId="Web-{34B8D18D-4A83-D597-23E2-B9B069B84BA9}" dt="2025-06-01T23:28:05.665" v="720"/>
          <ac:spMkLst>
            <pc:docMk/>
            <pc:sldMk cId="471951701" sldId="266"/>
            <ac:spMk id="4" creationId="{DFE20B53-6A0E-AA4D-669F-F2A516879CD1}"/>
          </ac:spMkLst>
        </pc:spChg>
        <pc:graphicFrameChg chg="add mod ord modGraphic">
          <ac:chgData name="Le Ngan" userId="S::ngan.le@aalto.fi::f6d06f18-cb4b-48ae-b5be-eee4357bd4f1" providerId="AD" clId="Web-{34B8D18D-4A83-D597-23E2-B9B069B84BA9}" dt="2025-06-01T23:32:54.385" v="847"/>
          <ac:graphicFrameMkLst>
            <pc:docMk/>
            <pc:sldMk cId="471951701" sldId="266"/>
            <ac:graphicFrameMk id="8" creationId="{2A18AA43-8C2A-E713-D91E-BA4B2E77D63F}"/>
          </ac:graphicFrameMkLst>
        </pc:graphicFrameChg>
        <pc:graphicFrameChg chg="del">
          <ac:chgData name="Le Ngan" userId="S::ngan.le@aalto.fi::f6d06f18-cb4b-48ae-b5be-eee4357bd4f1" providerId="AD" clId="Web-{34B8D18D-4A83-D597-23E2-B9B069B84BA9}" dt="2025-06-01T23:28:04.805" v="719"/>
          <ac:graphicFrameMkLst>
            <pc:docMk/>
            <pc:sldMk cId="471951701" sldId="266"/>
            <ac:graphicFrameMk id="19" creationId="{02D4EB49-A6B3-D592-B92E-027CE04B2E11}"/>
          </ac:graphicFrameMkLst>
        </pc:graphicFrameChg>
      </pc:sldChg>
    </pc:docChg>
  </pc:docChgLst>
  <pc:docChgLst>
    <pc:chgData name="Le Ngan" userId="S::ngan.le@aalto.fi::f6d06f18-cb4b-48ae-b5be-eee4357bd4f1" providerId="AD" clId="Web-{CE172073-FFAD-0998-39E0-7D6B16405164}"/>
    <pc:docChg chg="modSld">
      <pc:chgData name="Le Ngan" userId="S::ngan.le@aalto.fi::f6d06f18-cb4b-48ae-b5be-eee4357bd4f1" providerId="AD" clId="Web-{CE172073-FFAD-0998-39E0-7D6B16405164}" dt="2025-06-01T14:46:20.467" v="11" actId="20577"/>
      <pc:docMkLst>
        <pc:docMk/>
      </pc:docMkLst>
      <pc:sldChg chg="modSp">
        <pc:chgData name="Le Ngan" userId="S::ngan.le@aalto.fi::f6d06f18-cb4b-48ae-b5be-eee4357bd4f1" providerId="AD" clId="Web-{CE172073-FFAD-0998-39E0-7D6B16405164}" dt="2025-06-01T14:46:05.233" v="1" actId="20577"/>
        <pc:sldMkLst>
          <pc:docMk/>
          <pc:sldMk cId="347141362" sldId="260"/>
        </pc:sldMkLst>
        <pc:spChg chg="mod">
          <ac:chgData name="Le Ngan" userId="S::ngan.le@aalto.fi::f6d06f18-cb4b-48ae-b5be-eee4357bd4f1" providerId="AD" clId="Web-{CE172073-FFAD-0998-39E0-7D6B16405164}" dt="2025-06-01T14:46:05.233" v="1" actId="20577"/>
          <ac:spMkLst>
            <pc:docMk/>
            <pc:sldMk cId="347141362" sldId="260"/>
            <ac:spMk id="2" creationId="{E465E4E9-4667-3277-FE20-3034EB24D329}"/>
          </ac:spMkLst>
        </pc:spChg>
      </pc:sldChg>
      <pc:sldChg chg="modSp">
        <pc:chgData name="Le Ngan" userId="S::ngan.le@aalto.fi::f6d06f18-cb4b-48ae-b5be-eee4357bd4f1" providerId="AD" clId="Web-{CE172073-FFAD-0998-39E0-7D6B16405164}" dt="2025-06-01T14:46:14.155" v="9" actId="20577"/>
        <pc:sldMkLst>
          <pc:docMk/>
          <pc:sldMk cId="300008187" sldId="261"/>
        </pc:sldMkLst>
        <pc:spChg chg="mod">
          <ac:chgData name="Le Ngan" userId="S::ngan.le@aalto.fi::f6d06f18-cb4b-48ae-b5be-eee4357bd4f1" providerId="AD" clId="Web-{CE172073-FFAD-0998-39E0-7D6B16405164}" dt="2025-06-01T14:46:14.155" v="9" actId="20577"/>
          <ac:spMkLst>
            <pc:docMk/>
            <pc:sldMk cId="300008187" sldId="261"/>
            <ac:spMk id="2" creationId="{640DF414-D76D-FFBD-5C48-D953ABC3B8E9}"/>
          </ac:spMkLst>
        </pc:spChg>
      </pc:sldChg>
      <pc:sldChg chg="modSp">
        <pc:chgData name="Le Ngan" userId="S::ngan.le@aalto.fi::f6d06f18-cb4b-48ae-b5be-eee4357bd4f1" providerId="AD" clId="Web-{CE172073-FFAD-0998-39E0-7D6B16405164}" dt="2025-06-01T14:46:20.467" v="11" actId="20577"/>
        <pc:sldMkLst>
          <pc:docMk/>
          <pc:sldMk cId="1873675956" sldId="262"/>
        </pc:sldMkLst>
        <pc:spChg chg="mod">
          <ac:chgData name="Le Ngan" userId="S::ngan.le@aalto.fi::f6d06f18-cb4b-48ae-b5be-eee4357bd4f1" providerId="AD" clId="Web-{CE172073-FFAD-0998-39E0-7D6B16405164}" dt="2025-06-01T14:46:20.467" v="11" actId="20577"/>
          <ac:spMkLst>
            <pc:docMk/>
            <pc:sldMk cId="1873675956" sldId="262"/>
            <ac:spMk id="2" creationId="{27EA716C-E583-10AA-A661-A1ABCB312359}"/>
          </ac:spMkLst>
        </pc:spChg>
      </pc:sldChg>
    </pc:docChg>
  </pc:docChgLst>
  <pc:docChgLst>
    <pc:chgData name="Isokangas Kalle" userId="S::kalle.isokangas@aalto.fi::ea119641-be8b-4a56-b26f-3ce046136b82" providerId="AD" clId="Web-{49E0CF51-D0DC-6500-71FA-87FFABBEB145}"/>
    <pc:docChg chg="modSld">
      <pc:chgData name="Isokangas Kalle" userId="S::kalle.isokangas@aalto.fi::ea119641-be8b-4a56-b26f-3ce046136b82" providerId="AD" clId="Web-{49E0CF51-D0DC-6500-71FA-87FFABBEB145}" dt="2025-06-02T05:01:21.068" v="1" actId="20577"/>
      <pc:docMkLst>
        <pc:docMk/>
      </pc:docMkLst>
      <pc:sldChg chg="modSp">
        <pc:chgData name="Isokangas Kalle" userId="S::kalle.isokangas@aalto.fi::ea119641-be8b-4a56-b26f-3ce046136b82" providerId="AD" clId="Web-{49E0CF51-D0DC-6500-71FA-87FFABBEB145}" dt="2025-06-02T05:01:21.068" v="1" actId="20577"/>
        <pc:sldMkLst>
          <pc:docMk/>
          <pc:sldMk cId="2382333408" sldId="258"/>
        </pc:sldMkLst>
        <pc:spChg chg="mod">
          <ac:chgData name="Isokangas Kalle" userId="S::kalle.isokangas@aalto.fi::ea119641-be8b-4a56-b26f-3ce046136b82" providerId="AD" clId="Web-{49E0CF51-D0DC-6500-71FA-87FFABBEB145}" dt="2025-06-02T05:01:21.068" v="1" actId="20577"/>
          <ac:spMkLst>
            <pc:docMk/>
            <pc:sldMk cId="2382333408" sldId="258"/>
            <ac:spMk id="3" creationId="{1EBAAE2D-EEE5-D9F2-8DA5-C806190E0C6C}"/>
          </ac:spMkLst>
        </pc:spChg>
      </pc:sldChg>
    </pc:docChg>
  </pc:docChgLst>
  <pc:docChgLst>
    <pc:chgData name="Sultan Ali" userId="S::alihaider.sultan@aalto.fi::6309a4a1-dedf-49ca-8c61-f07b982493f6" providerId="AD" clId="Web-{92661A42-DA4B-BD49-39EC-ABC4996151A4}"/>
    <pc:docChg chg="modSld">
      <pc:chgData name="Sultan Ali" userId="S::alihaider.sultan@aalto.fi::6309a4a1-dedf-49ca-8c61-f07b982493f6" providerId="AD" clId="Web-{92661A42-DA4B-BD49-39EC-ABC4996151A4}" dt="2025-06-01T21:49:49.088" v="41" actId="20577"/>
      <pc:docMkLst>
        <pc:docMk/>
      </pc:docMkLst>
      <pc:sldChg chg="addSp delSp modSp">
        <pc:chgData name="Sultan Ali" userId="S::alihaider.sultan@aalto.fi::6309a4a1-dedf-49ca-8c61-f07b982493f6" providerId="AD" clId="Web-{92661A42-DA4B-BD49-39EC-ABC4996151A4}" dt="2025-06-01T21:49:49.088" v="41" actId="20577"/>
        <pc:sldMkLst>
          <pc:docMk/>
          <pc:sldMk cId="3819114946" sldId="259"/>
        </pc:sldMkLst>
        <pc:spChg chg="mod">
          <ac:chgData name="Sultan Ali" userId="S::alihaider.sultan@aalto.fi::6309a4a1-dedf-49ca-8c61-f07b982493f6" providerId="AD" clId="Web-{92661A42-DA4B-BD49-39EC-ABC4996151A4}" dt="2025-06-01T21:43:01.290" v="17" actId="20577"/>
          <ac:spMkLst>
            <pc:docMk/>
            <pc:sldMk cId="3819114946" sldId="259"/>
            <ac:spMk id="3" creationId="{EDE531B4-0885-CBE9-FA0C-D0FEE8586619}"/>
          </ac:spMkLst>
        </pc:spChg>
        <pc:spChg chg="add mod">
          <ac:chgData name="Sultan Ali" userId="S::alihaider.sultan@aalto.fi::6309a4a1-dedf-49ca-8c61-f07b982493f6" providerId="AD" clId="Web-{92661A42-DA4B-BD49-39EC-ABC4996151A4}" dt="2025-06-01T21:43:51.337" v="21" actId="1076"/>
          <ac:spMkLst>
            <pc:docMk/>
            <pc:sldMk cId="3819114946" sldId="259"/>
            <ac:spMk id="9" creationId="{8682C8BB-B2A6-3DDF-CAAD-01CF7C672373}"/>
          </ac:spMkLst>
        </pc:spChg>
        <pc:spChg chg="add mod">
          <ac:chgData name="Sultan Ali" userId="S::alihaider.sultan@aalto.fi::6309a4a1-dedf-49ca-8c61-f07b982493f6" providerId="AD" clId="Web-{92661A42-DA4B-BD49-39EC-ABC4996151A4}" dt="2025-06-01T21:49:49.088" v="41" actId="20577"/>
          <ac:spMkLst>
            <pc:docMk/>
            <pc:sldMk cId="3819114946" sldId="259"/>
            <ac:spMk id="10" creationId="{045E7267-E579-4024-674A-7FF6099D1740}"/>
          </ac:spMkLst>
        </pc:spChg>
        <pc:picChg chg="del">
          <ac:chgData name="Sultan Ali" userId="S::alihaider.sultan@aalto.fi::6309a4a1-dedf-49ca-8c61-f07b982493f6" providerId="AD" clId="Web-{92661A42-DA4B-BD49-39EC-ABC4996151A4}" dt="2025-06-01T21:43:16.962" v="18"/>
          <ac:picMkLst>
            <pc:docMk/>
            <pc:sldMk cId="3819114946" sldId="259"/>
            <ac:picMk id="5" creationId="{3E460CC5-26D3-4C21-9128-13274B143627}"/>
          </ac:picMkLst>
        </pc:picChg>
        <pc:picChg chg="add">
          <ac:chgData name="Sultan Ali" userId="S::alihaider.sultan@aalto.fi::6309a4a1-dedf-49ca-8c61-f07b982493f6" providerId="AD" clId="Web-{92661A42-DA4B-BD49-39EC-ABC4996151A4}" dt="2025-06-01T21:43:23.352" v="19"/>
          <ac:picMkLst>
            <pc:docMk/>
            <pc:sldMk cId="3819114946" sldId="259"/>
            <ac:picMk id="6" creationId="{D9131E66-E72E-E9C0-D082-8B0C097BA6C3}"/>
          </ac:picMkLst>
        </pc:picChg>
      </pc:sldChg>
    </pc:docChg>
  </pc:docChgLst>
  <pc:docChgLst>
    <pc:chgData name="Sieppi Xi Tomi" userId="c6e54b23-ccae-4280-a80e-502aca6c1d49" providerId="ADAL" clId="{B6731CDA-1166-564F-8B94-2740640F7A53}"/>
    <pc:docChg chg="undo custSel addSld modSld">
      <pc:chgData name="Sieppi Xi Tomi" userId="c6e54b23-ccae-4280-a80e-502aca6c1d49" providerId="ADAL" clId="{B6731CDA-1166-564F-8B94-2740640F7A53}" dt="2025-05-31T16:51:07.657" v="125" actId="1076"/>
      <pc:docMkLst>
        <pc:docMk/>
      </pc:docMkLst>
      <pc:sldChg chg="addSp delSp modSp mod addAnim delAnim">
        <pc:chgData name="Sieppi Xi Tomi" userId="c6e54b23-ccae-4280-a80e-502aca6c1d49" providerId="ADAL" clId="{B6731CDA-1166-564F-8B94-2740640F7A53}" dt="2025-05-31T16:51:07.657" v="125" actId="1076"/>
        <pc:sldMkLst>
          <pc:docMk/>
          <pc:sldMk cId="782385677" sldId="256"/>
        </pc:sldMkLst>
        <pc:spChg chg="mod">
          <ac:chgData name="Sieppi Xi Tomi" userId="c6e54b23-ccae-4280-a80e-502aca6c1d49" providerId="ADAL" clId="{B6731CDA-1166-564F-8B94-2740640F7A53}" dt="2025-05-31T16:50:47.581" v="121" actId="26606"/>
          <ac:spMkLst>
            <pc:docMk/>
            <pc:sldMk cId="782385677" sldId="256"/>
            <ac:spMk id="2" creationId="{00000000-0000-0000-0000-000000000000}"/>
          </ac:spMkLst>
        </pc:spChg>
        <pc:spChg chg="mod">
          <ac:chgData name="Sieppi Xi Tomi" userId="c6e54b23-ccae-4280-a80e-502aca6c1d49" providerId="ADAL" clId="{B6731CDA-1166-564F-8B94-2740640F7A53}" dt="2025-05-31T16:51:07.657" v="125" actId="1076"/>
          <ac:spMkLst>
            <pc:docMk/>
            <pc:sldMk cId="782385677" sldId="256"/>
            <ac:spMk id="3" creationId="{00000000-0000-0000-0000-000000000000}"/>
          </ac:spMkLst>
        </pc:spChg>
        <pc:spChg chg="add del">
          <ac:chgData name="Sieppi Xi Tomi" userId="c6e54b23-ccae-4280-a80e-502aca6c1d49" providerId="ADAL" clId="{B6731CDA-1166-564F-8B94-2740640F7A53}" dt="2025-05-31T16:50:47.581" v="121" actId="26606"/>
          <ac:spMkLst>
            <pc:docMk/>
            <pc:sldMk cId="782385677" sldId="256"/>
            <ac:spMk id="9" creationId="{33E93247-6229-44AB-A550-739E971E690B}"/>
          </ac:spMkLst>
        </pc:spChg>
        <pc:spChg chg="add del">
          <ac:chgData name="Sieppi Xi Tomi" userId="c6e54b23-ccae-4280-a80e-502aca6c1d49" providerId="ADAL" clId="{B6731CDA-1166-564F-8B94-2740640F7A53}" dt="2025-05-31T16:50:47.581" v="121" actId="26606"/>
          <ac:spMkLst>
            <pc:docMk/>
            <pc:sldMk cId="782385677" sldId="256"/>
            <ac:spMk id="13" creationId="{EFBAAD93-7DE6-47D1-3609-446AE138A223}"/>
          </ac:spMkLst>
        </pc:spChg>
        <pc:spChg chg="add del">
          <ac:chgData name="Sieppi Xi Tomi" userId="c6e54b23-ccae-4280-a80e-502aca6c1d49" providerId="ADAL" clId="{B6731CDA-1166-564F-8B94-2740640F7A53}" dt="2025-05-31T16:50:35.985" v="114" actId="26606"/>
          <ac:spMkLst>
            <pc:docMk/>
            <pc:sldMk cId="782385677" sldId="256"/>
            <ac:spMk id="1031" creationId="{33E93247-6229-44AB-A550-739E971E690B}"/>
          </ac:spMkLst>
        </pc:spChg>
        <pc:spChg chg="add del">
          <ac:chgData name="Sieppi Xi Tomi" userId="c6e54b23-ccae-4280-a80e-502aca6c1d49" providerId="ADAL" clId="{B6731CDA-1166-564F-8B94-2740640F7A53}" dt="2025-05-31T16:50:35.985" v="114" actId="26606"/>
          <ac:spMkLst>
            <pc:docMk/>
            <pc:sldMk cId="782385677" sldId="256"/>
            <ac:spMk id="1035" creationId="{EFBAAD93-7DE6-47D1-3609-446AE138A223}"/>
          </ac:spMkLst>
        </pc:spChg>
        <pc:spChg chg="add del">
          <ac:chgData name="Sieppi Xi Tomi" userId="c6e54b23-ccae-4280-a80e-502aca6c1d49" providerId="ADAL" clId="{B6731CDA-1166-564F-8B94-2740640F7A53}" dt="2025-05-31T16:50:41.772" v="116" actId="26606"/>
          <ac:spMkLst>
            <pc:docMk/>
            <pc:sldMk cId="782385677" sldId="256"/>
            <ac:spMk id="1039" creationId="{33E93247-6229-44AB-A550-739E971E690B}"/>
          </ac:spMkLst>
        </pc:spChg>
        <pc:spChg chg="add del">
          <ac:chgData name="Sieppi Xi Tomi" userId="c6e54b23-ccae-4280-a80e-502aca6c1d49" providerId="ADAL" clId="{B6731CDA-1166-564F-8B94-2740640F7A53}" dt="2025-05-31T16:50:41.772" v="116" actId="26606"/>
          <ac:spMkLst>
            <pc:docMk/>
            <pc:sldMk cId="782385677" sldId="256"/>
            <ac:spMk id="1040" creationId="{D21F66AB-6D67-4C86-A415-0B6E4EEC5ABA}"/>
          </ac:spMkLst>
        </pc:spChg>
        <pc:spChg chg="add del">
          <ac:chgData name="Sieppi Xi Tomi" userId="c6e54b23-ccae-4280-a80e-502aca6c1d49" providerId="ADAL" clId="{B6731CDA-1166-564F-8B94-2740640F7A53}" dt="2025-05-31T16:50:47.575" v="120" actId="26606"/>
          <ac:spMkLst>
            <pc:docMk/>
            <pc:sldMk cId="782385677" sldId="256"/>
            <ac:spMk id="1043" creationId="{33E93247-6229-44AB-A550-739E971E690B}"/>
          </ac:spMkLst>
        </pc:spChg>
        <pc:spChg chg="add del">
          <ac:chgData name="Sieppi Xi Tomi" userId="c6e54b23-ccae-4280-a80e-502aca6c1d49" providerId="ADAL" clId="{B6731CDA-1166-564F-8B94-2740640F7A53}" dt="2025-05-31T16:50:47.575" v="120" actId="26606"/>
          <ac:spMkLst>
            <pc:docMk/>
            <pc:sldMk cId="782385677" sldId="256"/>
            <ac:spMk id="1044" creationId="{6BB6B482-ACCA-4938-8AEA-49D525C17221}"/>
          </ac:spMkLst>
        </pc:spChg>
        <pc:spChg chg="add">
          <ac:chgData name="Sieppi Xi Tomi" userId="c6e54b23-ccae-4280-a80e-502aca6c1d49" providerId="ADAL" clId="{B6731CDA-1166-564F-8B94-2740640F7A53}" dt="2025-05-31T16:50:47.581" v="121" actId="26606"/>
          <ac:spMkLst>
            <pc:docMk/>
            <pc:sldMk cId="782385677" sldId="256"/>
            <ac:spMk id="1047" creationId="{85CB65D0-496F-4797-A015-C85839E35D1A}"/>
          </ac:spMkLst>
        </pc:spChg>
        <pc:spChg chg="add">
          <ac:chgData name="Sieppi Xi Tomi" userId="c6e54b23-ccae-4280-a80e-502aca6c1d49" providerId="ADAL" clId="{B6731CDA-1166-564F-8B94-2740640F7A53}" dt="2025-05-31T16:50:47.581" v="121" actId="26606"/>
          <ac:spMkLst>
            <pc:docMk/>
            <pc:sldMk cId="782385677" sldId="256"/>
            <ac:spMk id="1048" creationId="{95D2C779-8883-4E5F-A170-0F464918C1B7}"/>
          </ac:spMkLst>
        </pc:spChg>
        <pc:picChg chg="del mod">
          <ac:chgData name="Sieppi Xi Tomi" userId="c6e54b23-ccae-4280-a80e-502aca6c1d49" providerId="ADAL" clId="{B6731CDA-1166-564F-8B94-2740640F7A53}" dt="2025-05-31T16:50:16.748" v="108" actId="21"/>
          <ac:picMkLst>
            <pc:docMk/>
            <pc:sldMk cId="782385677" sldId="256"/>
            <ac:picMk id="4" creationId="{751091EF-C8FD-6268-1866-8CF1655F035A}"/>
          </ac:picMkLst>
        </pc:picChg>
        <pc:picChg chg="add del mod">
          <ac:chgData name="Sieppi Xi Tomi" userId="c6e54b23-ccae-4280-a80e-502aca6c1d49" providerId="ADAL" clId="{B6731CDA-1166-564F-8B94-2740640F7A53}" dt="2025-05-31T16:50:19.958" v="110" actId="21"/>
          <ac:picMkLst>
            <pc:docMk/>
            <pc:sldMk cId="782385677" sldId="256"/>
            <ac:picMk id="5" creationId="{3EF3800A-02A1-9F0C-F98E-16AAA6CB0B03}"/>
          </ac:picMkLst>
        </pc:picChg>
        <pc:picChg chg="add mod ord">
          <ac:chgData name="Sieppi Xi Tomi" userId="c6e54b23-ccae-4280-a80e-502aca6c1d49" providerId="ADAL" clId="{B6731CDA-1166-564F-8B94-2740640F7A53}" dt="2025-05-31T16:50:47.581" v="121" actId="26606"/>
          <ac:picMkLst>
            <pc:docMk/>
            <pc:sldMk cId="782385677" sldId="256"/>
            <ac:picMk id="1026" creationId="{87A8CF79-D5BD-EA19-75F2-4BF2E590FE36}"/>
          </ac:picMkLst>
        </pc:picChg>
        <pc:cxnChg chg="add del">
          <ac:chgData name="Sieppi Xi Tomi" userId="c6e54b23-ccae-4280-a80e-502aca6c1d49" providerId="ADAL" clId="{B6731CDA-1166-564F-8B94-2740640F7A53}" dt="2025-05-31T16:50:47.581" v="121" actId="26606"/>
          <ac:cxnSpMkLst>
            <pc:docMk/>
            <pc:sldMk cId="782385677" sldId="256"/>
            <ac:cxnSpMk id="11" creationId="{EE2E603F-4A95-4FE8-BB06-211DFD75DBEF}"/>
          </ac:cxnSpMkLst>
        </pc:cxnChg>
        <pc:cxnChg chg="add del">
          <ac:chgData name="Sieppi Xi Tomi" userId="c6e54b23-ccae-4280-a80e-502aca6c1d49" providerId="ADAL" clId="{B6731CDA-1166-564F-8B94-2740640F7A53}" dt="2025-05-31T16:50:47.581" v="121" actId="26606"/>
          <ac:cxnSpMkLst>
            <pc:docMk/>
            <pc:sldMk cId="782385677" sldId="256"/>
            <ac:cxnSpMk id="15" creationId="{90236859-7780-1451-40B8-74A77E2715DD}"/>
          </ac:cxnSpMkLst>
        </pc:cxnChg>
        <pc:cxnChg chg="add del">
          <ac:chgData name="Sieppi Xi Tomi" userId="c6e54b23-ccae-4280-a80e-502aca6c1d49" providerId="ADAL" clId="{B6731CDA-1166-564F-8B94-2740640F7A53}" dt="2025-05-31T16:50:35.985" v="114" actId="26606"/>
          <ac:cxnSpMkLst>
            <pc:docMk/>
            <pc:sldMk cId="782385677" sldId="256"/>
            <ac:cxnSpMk id="1033" creationId="{EE2E603F-4A95-4FE8-BB06-211DFD75DBEF}"/>
          </ac:cxnSpMkLst>
        </pc:cxnChg>
        <pc:cxnChg chg="add del">
          <ac:chgData name="Sieppi Xi Tomi" userId="c6e54b23-ccae-4280-a80e-502aca6c1d49" providerId="ADAL" clId="{B6731CDA-1166-564F-8B94-2740640F7A53}" dt="2025-05-31T16:50:35.985" v="114" actId="26606"/>
          <ac:cxnSpMkLst>
            <pc:docMk/>
            <pc:sldMk cId="782385677" sldId="256"/>
            <ac:cxnSpMk id="1037" creationId="{90236859-7780-1451-40B8-74A77E2715DD}"/>
          </ac:cxnSpMkLst>
        </pc:cxnChg>
        <pc:cxnChg chg="add del">
          <ac:chgData name="Sieppi Xi Tomi" userId="c6e54b23-ccae-4280-a80e-502aca6c1d49" providerId="ADAL" clId="{B6731CDA-1166-564F-8B94-2740640F7A53}" dt="2025-05-31T16:50:41.772" v="116" actId="26606"/>
          <ac:cxnSpMkLst>
            <pc:docMk/>
            <pc:sldMk cId="782385677" sldId="256"/>
            <ac:cxnSpMk id="1041" creationId="{0B66F5E1-B07D-4718-F4B4-5FCE4B7E8F44}"/>
          </ac:cxnSpMkLst>
        </pc:cxnChg>
        <pc:cxnChg chg="add del">
          <ac:chgData name="Sieppi Xi Tomi" userId="c6e54b23-ccae-4280-a80e-502aca6c1d49" providerId="ADAL" clId="{B6731CDA-1166-564F-8B94-2740640F7A53}" dt="2025-05-31T16:50:47.575" v="120" actId="26606"/>
          <ac:cxnSpMkLst>
            <pc:docMk/>
            <pc:sldMk cId="782385677" sldId="256"/>
            <ac:cxnSpMk id="1045" creationId="{EE2E603F-4A95-4FE8-BB06-211DFD75DBEF}"/>
          </ac:cxnSpMkLst>
        </pc:cxnChg>
        <pc:cxnChg chg="add">
          <ac:chgData name="Sieppi Xi Tomi" userId="c6e54b23-ccae-4280-a80e-502aca6c1d49" providerId="ADAL" clId="{B6731CDA-1166-564F-8B94-2740640F7A53}" dt="2025-05-31T16:50:47.581" v="121" actId="26606"/>
          <ac:cxnSpMkLst>
            <pc:docMk/>
            <pc:sldMk cId="782385677" sldId="256"/>
            <ac:cxnSpMk id="1049" creationId="{BD96A694-258D-4418-A83C-B9BA72FD44B8}"/>
          </ac:cxnSpMkLst>
        </pc:cxnChg>
      </pc:sldChg>
      <pc:sldChg chg="addSp modSp mod modAnim">
        <pc:chgData name="Sieppi Xi Tomi" userId="c6e54b23-ccae-4280-a80e-502aca6c1d49" providerId="ADAL" clId="{B6731CDA-1166-564F-8B94-2740640F7A53}" dt="2025-05-31T16:44:11.917" v="64"/>
        <pc:sldMkLst>
          <pc:docMk/>
          <pc:sldMk cId="2956807577" sldId="263"/>
        </pc:sldMkLst>
        <pc:spChg chg="mod">
          <ac:chgData name="Sieppi Xi Tomi" userId="c6e54b23-ccae-4280-a80e-502aca6c1d49" providerId="ADAL" clId="{B6731CDA-1166-564F-8B94-2740640F7A53}" dt="2025-05-31T16:39:33.672" v="2" actId="20577"/>
          <ac:spMkLst>
            <pc:docMk/>
            <pc:sldMk cId="2956807577" sldId="263"/>
            <ac:spMk id="3" creationId="{0E052FDF-DAE3-2FF3-063F-69265AB2CB40}"/>
          </ac:spMkLst>
        </pc:spChg>
        <pc:spChg chg="add mod">
          <ac:chgData name="Sieppi Xi Tomi" userId="c6e54b23-ccae-4280-a80e-502aca6c1d49" providerId="ADAL" clId="{B6731CDA-1166-564F-8B94-2740640F7A53}" dt="2025-05-31T16:42:19.330" v="48" actId="14100"/>
          <ac:spMkLst>
            <pc:docMk/>
            <pc:sldMk cId="2956807577" sldId="263"/>
            <ac:spMk id="6" creationId="{691DD669-3A9A-40CA-6A37-EF86541AA5DA}"/>
          </ac:spMkLst>
        </pc:spChg>
        <pc:spChg chg="add mod">
          <ac:chgData name="Sieppi Xi Tomi" userId="c6e54b23-ccae-4280-a80e-502aca6c1d49" providerId="ADAL" clId="{B6731CDA-1166-564F-8B94-2740640F7A53}" dt="2025-05-31T16:42:13.371" v="47" actId="1076"/>
          <ac:spMkLst>
            <pc:docMk/>
            <pc:sldMk cId="2956807577" sldId="263"/>
            <ac:spMk id="19" creationId="{6FBD4A04-00D9-E777-E12A-64DBC5E5F994}"/>
          </ac:spMkLst>
        </pc:spChg>
        <pc:grpChg chg="add">
          <ac:chgData name="Sieppi Xi Tomi" userId="c6e54b23-ccae-4280-a80e-502aca6c1d49" providerId="ADAL" clId="{B6731CDA-1166-564F-8B94-2740640F7A53}" dt="2025-05-31T16:43:44.296" v="61" actId="164"/>
          <ac:grpSpMkLst>
            <pc:docMk/>
            <pc:sldMk cId="2956807577" sldId="263"/>
            <ac:grpSpMk id="20" creationId="{38BCDBB9-0DAA-59EA-FE3B-D7775D0091CB}"/>
          </ac:grpSpMkLst>
        </pc:grpChg>
        <pc:grpChg chg="add">
          <ac:chgData name="Sieppi Xi Tomi" userId="c6e54b23-ccae-4280-a80e-502aca6c1d49" providerId="ADAL" clId="{B6731CDA-1166-564F-8B94-2740640F7A53}" dt="2025-05-31T16:43:58.393" v="62" actId="164"/>
          <ac:grpSpMkLst>
            <pc:docMk/>
            <pc:sldMk cId="2956807577" sldId="263"/>
            <ac:grpSpMk id="21" creationId="{85D02728-1CBB-0138-B66C-31FA626F1999}"/>
          </ac:grpSpMkLst>
        </pc:grpChg>
      </pc:sldChg>
      <pc:sldChg chg="addSp delSp modSp add mod modTransition modAnim">
        <pc:chgData name="Sieppi Xi Tomi" userId="c6e54b23-ccae-4280-a80e-502aca6c1d49" providerId="ADAL" clId="{B6731CDA-1166-564F-8B94-2740640F7A53}" dt="2025-05-31T16:49:00.279" v="104"/>
        <pc:sldMkLst>
          <pc:docMk/>
          <pc:sldMk cId="3042211031" sldId="264"/>
        </pc:sldMkLst>
        <pc:spChg chg="del">
          <ac:chgData name="Sieppi Xi Tomi" userId="c6e54b23-ccae-4280-a80e-502aca6c1d49" providerId="ADAL" clId="{B6731CDA-1166-564F-8B94-2740640F7A53}" dt="2025-05-31T16:46:32.224" v="78" actId="21"/>
          <ac:spMkLst>
            <pc:docMk/>
            <pc:sldMk cId="3042211031" sldId="264"/>
            <ac:spMk id="3" creationId="{7FB184E6-C21E-3D5E-1388-A5A33202F34F}"/>
          </ac:spMkLst>
        </pc:spChg>
        <pc:spChg chg="del">
          <ac:chgData name="Sieppi Xi Tomi" userId="c6e54b23-ccae-4280-a80e-502aca6c1d49" providerId="ADAL" clId="{B6731CDA-1166-564F-8B94-2740640F7A53}" dt="2025-05-31T16:46:36.574" v="80" actId="21"/>
          <ac:spMkLst>
            <pc:docMk/>
            <pc:sldMk cId="3042211031" sldId="264"/>
            <ac:spMk id="6" creationId="{B987A33E-BF7F-8155-33EC-14DA997FB5D6}"/>
          </ac:spMkLst>
        </pc:spChg>
        <pc:spChg chg="del">
          <ac:chgData name="Sieppi Xi Tomi" userId="c6e54b23-ccae-4280-a80e-502aca6c1d49" providerId="ADAL" clId="{B6731CDA-1166-564F-8B94-2740640F7A53}" dt="2025-05-31T16:46:39.076" v="81" actId="21"/>
          <ac:spMkLst>
            <pc:docMk/>
            <pc:sldMk cId="3042211031" sldId="264"/>
            <ac:spMk id="19" creationId="{EF6464D2-7E0D-8DC6-1908-EFDB56ECB493}"/>
          </ac:spMkLst>
        </pc:spChg>
        <pc:spChg chg="add del mod">
          <ac:chgData name="Sieppi Xi Tomi" userId="c6e54b23-ccae-4280-a80e-502aca6c1d49" providerId="ADAL" clId="{B6731CDA-1166-564F-8B94-2740640F7A53}" dt="2025-05-31T16:46:27.471" v="77" actId="21"/>
          <ac:spMkLst>
            <pc:docMk/>
            <pc:sldMk cId="3042211031" sldId="264"/>
            <ac:spMk id="22" creationId="{BBFBB73C-B81D-DFA9-EE8B-D73D7FF67FD9}"/>
          </ac:spMkLst>
        </pc:spChg>
        <pc:spChg chg="add del mod">
          <ac:chgData name="Sieppi Xi Tomi" userId="c6e54b23-ccae-4280-a80e-502aca6c1d49" providerId="ADAL" clId="{B6731CDA-1166-564F-8B94-2740640F7A53}" dt="2025-05-31T16:46:33.989" v="79" actId="21"/>
          <ac:spMkLst>
            <pc:docMk/>
            <pc:sldMk cId="3042211031" sldId="264"/>
            <ac:spMk id="24" creationId="{941CC703-A5E5-F273-AB88-52FC0D8CCDF4}"/>
          </ac:spMkLst>
        </pc:spChg>
        <pc:spChg chg="add mod">
          <ac:chgData name="Sieppi Xi Tomi" userId="c6e54b23-ccae-4280-a80e-502aca6c1d49" providerId="ADAL" clId="{B6731CDA-1166-564F-8B94-2740640F7A53}" dt="2025-05-31T16:48:44.637" v="103" actId="1582"/>
          <ac:spMkLst>
            <pc:docMk/>
            <pc:sldMk cId="3042211031" sldId="264"/>
            <ac:spMk id="27" creationId="{3C110CB5-E97B-5AF2-2E9B-A3212B3F1802}"/>
          </ac:spMkLst>
        </pc:spChg>
        <pc:grpChg chg="mod">
          <ac:chgData name="Sieppi Xi Tomi" userId="c6e54b23-ccae-4280-a80e-502aca6c1d49" providerId="ADAL" clId="{B6731CDA-1166-564F-8B94-2740640F7A53}" dt="2025-05-31T16:47:30.948" v="90" actId="1076"/>
          <ac:grpSpMkLst>
            <pc:docMk/>
            <pc:sldMk cId="3042211031" sldId="264"/>
            <ac:grpSpMk id="9" creationId="{4F86CC6C-F811-D00A-4CF0-B50741460D5B}"/>
          </ac:grpSpMkLst>
        </pc:grpChg>
        <pc:grpChg chg="mod">
          <ac:chgData name="Sieppi Xi Tomi" userId="c6e54b23-ccae-4280-a80e-502aca6c1d49" providerId="ADAL" clId="{B6731CDA-1166-564F-8B94-2740640F7A53}" dt="2025-05-31T16:47:05.411" v="87" actId="1076"/>
          <ac:grpSpMkLst>
            <pc:docMk/>
            <pc:sldMk cId="3042211031" sldId="264"/>
            <ac:grpSpMk id="10" creationId="{974034E7-C8DF-44B4-3FE0-8073803BA3E8}"/>
          </ac:grpSpMkLst>
        </pc:grpChg>
        <pc:grpChg chg="mod">
          <ac:chgData name="Sieppi Xi Tomi" userId="c6e54b23-ccae-4280-a80e-502aca6c1d49" providerId="ADAL" clId="{B6731CDA-1166-564F-8B94-2740640F7A53}" dt="2025-05-31T16:47:31.909" v="91" actId="1076"/>
          <ac:grpSpMkLst>
            <pc:docMk/>
            <pc:sldMk cId="3042211031" sldId="264"/>
            <ac:grpSpMk id="20" creationId="{8DEA1079-0E7B-812E-F91B-E02DAB438C04}"/>
          </ac:grpSpMkLst>
        </pc:grpChg>
        <pc:grpChg chg="mod">
          <ac:chgData name="Sieppi Xi Tomi" userId="c6e54b23-ccae-4280-a80e-502aca6c1d49" providerId="ADAL" clId="{B6731CDA-1166-564F-8B94-2740640F7A53}" dt="2025-05-31T16:47:33.785" v="92" actId="1076"/>
          <ac:grpSpMkLst>
            <pc:docMk/>
            <pc:sldMk cId="3042211031" sldId="264"/>
            <ac:grpSpMk id="21" creationId="{A55ECAA5-DB95-7782-8F64-35CAF2ADDC40}"/>
          </ac:grpSpMkLst>
        </pc:grpChg>
        <pc:cxnChg chg="add mod">
          <ac:chgData name="Sieppi Xi Tomi" userId="c6e54b23-ccae-4280-a80e-502aca6c1d49" providerId="ADAL" clId="{B6731CDA-1166-564F-8B94-2740640F7A53}" dt="2025-05-31T16:48:00.502" v="95" actId="1582"/>
          <ac:cxnSpMkLst>
            <pc:docMk/>
            <pc:sldMk cId="3042211031" sldId="264"/>
            <ac:cxnSpMk id="26" creationId="{B8E3FCEA-AAD7-7A83-4D2F-FE84C3ADC150}"/>
          </ac:cxnSpMkLst>
        </pc:cxnChg>
      </pc:sldChg>
    </pc:docChg>
  </pc:docChgLst>
  <pc:docChgLst>
    <pc:chgData name="Sieppi Xi Tomi" userId="S::tomi.sieppixi@aalto.fi::c6e54b23-ccae-4280-a80e-502aca6c1d49" providerId="AD" clId="Web-{63EF6616-CB33-67DC-7C9F-7DFE2E9401FB}"/>
    <pc:docChg chg="addSld delSld modSld sldOrd">
      <pc:chgData name="Sieppi Xi Tomi" userId="S::tomi.sieppixi@aalto.fi::c6e54b23-ccae-4280-a80e-502aca6c1d49" providerId="AD" clId="Web-{63EF6616-CB33-67DC-7C9F-7DFE2E9401FB}" dt="2025-05-31T16:36:28.690" v="209" actId="1076"/>
      <pc:docMkLst>
        <pc:docMk/>
      </pc:docMkLst>
      <pc:sldChg chg="addSp delSp modSp del">
        <pc:chgData name="Sieppi Xi Tomi" userId="S::tomi.sieppixi@aalto.fi::c6e54b23-ccae-4280-a80e-502aca6c1d49" providerId="AD" clId="Web-{63EF6616-CB33-67DC-7C9F-7DFE2E9401FB}" dt="2025-05-31T16:17:52.487" v="40"/>
        <pc:sldMkLst>
          <pc:docMk/>
          <pc:sldMk cId="667317651" sldId="257"/>
        </pc:sldMkLst>
        <pc:spChg chg="mod">
          <ac:chgData name="Sieppi Xi Tomi" userId="S::tomi.sieppixi@aalto.fi::c6e54b23-ccae-4280-a80e-502aca6c1d49" providerId="AD" clId="Web-{63EF6616-CB33-67DC-7C9F-7DFE2E9401FB}" dt="2025-05-31T16:17:09.971" v="34" actId="20577"/>
          <ac:spMkLst>
            <pc:docMk/>
            <pc:sldMk cId="667317651" sldId="257"/>
            <ac:spMk id="2" creationId="{BB28BBCD-2337-2DFE-AF30-A7CC47919C21}"/>
          </ac:spMkLst>
        </pc:spChg>
        <pc:spChg chg="del">
          <ac:chgData name="Sieppi Xi Tomi" userId="S::tomi.sieppixi@aalto.fi::c6e54b23-ccae-4280-a80e-502aca6c1d49" providerId="AD" clId="Web-{63EF6616-CB33-67DC-7C9F-7DFE2E9401FB}" dt="2025-05-31T16:14:59.847" v="0"/>
          <ac:spMkLst>
            <pc:docMk/>
            <pc:sldMk cId="667317651" sldId="257"/>
            <ac:spMk id="3" creationId="{3FAE3545-CCC9-C556-7C01-CD5D4878926F}"/>
          </ac:spMkLst>
        </pc:spChg>
        <pc:spChg chg="add mod">
          <ac:chgData name="Sieppi Xi Tomi" userId="S::tomi.sieppixi@aalto.fi::c6e54b23-ccae-4280-a80e-502aca6c1d49" providerId="AD" clId="Web-{63EF6616-CB33-67DC-7C9F-7DFE2E9401FB}" dt="2025-05-31T16:15:36.315" v="10" actId="1076"/>
          <ac:spMkLst>
            <pc:docMk/>
            <pc:sldMk cId="667317651" sldId="257"/>
            <ac:spMk id="5" creationId="{5385334E-4350-C918-60E2-127E942F4EB4}"/>
          </ac:spMkLst>
        </pc:spChg>
        <pc:picChg chg="add mod ord">
          <ac:chgData name="Sieppi Xi Tomi" userId="S::tomi.sieppixi@aalto.fi::c6e54b23-ccae-4280-a80e-502aca6c1d49" providerId="AD" clId="Web-{63EF6616-CB33-67DC-7C9F-7DFE2E9401FB}" dt="2025-05-31T16:15:08.237" v="3" actId="1076"/>
          <ac:picMkLst>
            <pc:docMk/>
            <pc:sldMk cId="667317651" sldId="257"/>
            <ac:picMk id="4" creationId="{C8C1A84B-FFD0-7A9F-8DD0-679D01679EC3}"/>
          </ac:picMkLst>
        </pc:picChg>
      </pc:sldChg>
      <pc:sldChg chg="addSp modSp">
        <pc:chgData name="Sieppi Xi Tomi" userId="S::tomi.sieppixi@aalto.fi::c6e54b23-ccae-4280-a80e-502aca6c1d49" providerId="AD" clId="Web-{63EF6616-CB33-67DC-7C9F-7DFE2E9401FB}" dt="2025-05-31T16:15:48.346" v="13" actId="1076"/>
        <pc:sldMkLst>
          <pc:docMk/>
          <pc:sldMk cId="2382333408" sldId="258"/>
        </pc:sldMkLst>
        <pc:spChg chg="add mod">
          <ac:chgData name="Sieppi Xi Tomi" userId="S::tomi.sieppixi@aalto.fi::c6e54b23-ccae-4280-a80e-502aca6c1d49" providerId="AD" clId="Web-{63EF6616-CB33-67DC-7C9F-7DFE2E9401FB}" dt="2025-05-31T16:15:48.346" v="13" actId="1076"/>
          <ac:spMkLst>
            <pc:docMk/>
            <pc:sldMk cId="2382333408" sldId="258"/>
            <ac:spMk id="7" creationId="{9AA0970B-903A-DB11-DB5F-C411876A2E9C}"/>
          </ac:spMkLst>
        </pc:spChg>
        <pc:picChg chg="add">
          <ac:chgData name="Sieppi Xi Tomi" userId="S::tomi.sieppixi@aalto.fi::c6e54b23-ccae-4280-a80e-502aca6c1d49" providerId="AD" clId="Web-{63EF6616-CB33-67DC-7C9F-7DFE2E9401FB}" dt="2025-05-31T16:15:41.784" v="11"/>
          <ac:picMkLst>
            <pc:docMk/>
            <pc:sldMk cId="2382333408" sldId="258"/>
            <ac:picMk id="5" creationId="{7AB124D8-1CF9-9EB4-F1B0-3072D385F362}"/>
          </ac:picMkLst>
        </pc:picChg>
      </pc:sldChg>
      <pc:sldChg chg="modSp add replId">
        <pc:chgData name="Sieppi Xi Tomi" userId="S::tomi.sieppixi@aalto.fi::c6e54b23-ccae-4280-a80e-502aca6c1d49" providerId="AD" clId="Web-{63EF6616-CB33-67DC-7C9F-7DFE2E9401FB}" dt="2025-05-31T16:16:08.690" v="16" actId="20577"/>
        <pc:sldMkLst>
          <pc:docMk/>
          <pc:sldMk cId="3819114946" sldId="259"/>
        </pc:sldMkLst>
        <pc:spChg chg="mod">
          <ac:chgData name="Sieppi Xi Tomi" userId="S::tomi.sieppixi@aalto.fi::c6e54b23-ccae-4280-a80e-502aca6c1d49" providerId="AD" clId="Web-{63EF6616-CB33-67DC-7C9F-7DFE2E9401FB}" dt="2025-05-31T16:16:08.690" v="16" actId="20577"/>
          <ac:spMkLst>
            <pc:docMk/>
            <pc:sldMk cId="3819114946" sldId="259"/>
            <ac:spMk id="2" creationId="{1EEBDEB0-C227-A78B-724E-E2262940AACC}"/>
          </ac:spMkLst>
        </pc:spChg>
        <pc:spChg chg="mod">
          <ac:chgData name="Sieppi Xi Tomi" userId="S::tomi.sieppixi@aalto.fi::c6e54b23-ccae-4280-a80e-502aca6c1d49" providerId="AD" clId="Web-{63EF6616-CB33-67DC-7C9F-7DFE2E9401FB}" dt="2025-05-31T16:16:02.675" v="15" actId="1076"/>
          <ac:spMkLst>
            <pc:docMk/>
            <pc:sldMk cId="3819114946" sldId="259"/>
            <ac:spMk id="7" creationId="{B266BF4E-4CF9-C2D7-4968-FC31334398A9}"/>
          </ac:spMkLst>
        </pc:spChg>
      </pc:sldChg>
      <pc:sldChg chg="modSp add replId">
        <pc:chgData name="Sieppi Xi Tomi" userId="S::tomi.sieppixi@aalto.fi::c6e54b23-ccae-4280-a80e-502aca6c1d49" providerId="AD" clId="Web-{63EF6616-CB33-67DC-7C9F-7DFE2E9401FB}" dt="2025-05-31T16:16:29.487" v="23" actId="20577"/>
        <pc:sldMkLst>
          <pc:docMk/>
          <pc:sldMk cId="347141362" sldId="260"/>
        </pc:sldMkLst>
        <pc:spChg chg="mod">
          <ac:chgData name="Sieppi Xi Tomi" userId="S::tomi.sieppixi@aalto.fi::c6e54b23-ccae-4280-a80e-502aca6c1d49" providerId="AD" clId="Web-{63EF6616-CB33-67DC-7C9F-7DFE2E9401FB}" dt="2025-05-31T16:16:29.487" v="23" actId="20577"/>
          <ac:spMkLst>
            <pc:docMk/>
            <pc:sldMk cId="347141362" sldId="260"/>
            <ac:spMk id="2" creationId="{E465E4E9-4667-3277-FE20-3034EB24D329}"/>
          </ac:spMkLst>
        </pc:spChg>
        <pc:spChg chg="mod">
          <ac:chgData name="Sieppi Xi Tomi" userId="S::tomi.sieppixi@aalto.fi::c6e54b23-ccae-4280-a80e-502aca6c1d49" providerId="AD" clId="Web-{63EF6616-CB33-67DC-7C9F-7DFE2E9401FB}" dt="2025-05-31T16:16:19.706" v="20" actId="1076"/>
          <ac:spMkLst>
            <pc:docMk/>
            <pc:sldMk cId="347141362" sldId="260"/>
            <ac:spMk id="7" creationId="{A1F904AA-0352-CD56-F991-CB9B8573EACE}"/>
          </ac:spMkLst>
        </pc:spChg>
      </pc:sldChg>
      <pc:sldChg chg="modSp add replId">
        <pc:chgData name="Sieppi Xi Tomi" userId="S::tomi.sieppixi@aalto.fi::c6e54b23-ccae-4280-a80e-502aca6c1d49" providerId="AD" clId="Web-{63EF6616-CB33-67DC-7C9F-7DFE2E9401FB}" dt="2025-05-31T16:16:48.940" v="28" actId="1076"/>
        <pc:sldMkLst>
          <pc:docMk/>
          <pc:sldMk cId="300008187" sldId="261"/>
        </pc:sldMkLst>
        <pc:spChg chg="mod">
          <ac:chgData name="Sieppi Xi Tomi" userId="S::tomi.sieppixi@aalto.fi::c6e54b23-ccae-4280-a80e-502aca6c1d49" providerId="AD" clId="Web-{63EF6616-CB33-67DC-7C9F-7DFE2E9401FB}" dt="2025-05-31T16:16:48.940" v="28" actId="1076"/>
          <ac:spMkLst>
            <pc:docMk/>
            <pc:sldMk cId="300008187" sldId="261"/>
            <ac:spMk id="7" creationId="{ADD547EF-7DA3-B7D4-B7C4-396CD9EA17C8}"/>
          </ac:spMkLst>
        </pc:spChg>
      </pc:sldChg>
      <pc:sldChg chg="add del replId">
        <pc:chgData name="Sieppi Xi Tomi" userId="S::tomi.sieppixi@aalto.fi::c6e54b23-ccae-4280-a80e-502aca6c1d49" providerId="AD" clId="Web-{63EF6616-CB33-67DC-7C9F-7DFE2E9401FB}" dt="2025-05-31T16:16:34.487" v="24"/>
        <pc:sldMkLst>
          <pc:docMk/>
          <pc:sldMk cId="3428748992" sldId="261"/>
        </pc:sldMkLst>
      </pc:sldChg>
      <pc:sldChg chg="add del replId">
        <pc:chgData name="Sieppi Xi Tomi" userId="S::tomi.sieppixi@aalto.fi::c6e54b23-ccae-4280-a80e-502aca6c1d49" providerId="AD" clId="Web-{63EF6616-CB33-67DC-7C9F-7DFE2E9401FB}" dt="2025-05-31T16:16:36.128" v="25"/>
        <pc:sldMkLst>
          <pc:docMk/>
          <pc:sldMk cId="711446307" sldId="262"/>
        </pc:sldMkLst>
      </pc:sldChg>
      <pc:sldChg chg="modSp add replId">
        <pc:chgData name="Sieppi Xi Tomi" userId="S::tomi.sieppixi@aalto.fi::c6e54b23-ccae-4280-a80e-502aca6c1d49" providerId="AD" clId="Web-{63EF6616-CB33-67DC-7C9F-7DFE2E9401FB}" dt="2025-05-31T16:16:56.065" v="29" actId="1076"/>
        <pc:sldMkLst>
          <pc:docMk/>
          <pc:sldMk cId="1873675956" sldId="262"/>
        </pc:sldMkLst>
        <pc:spChg chg="mod">
          <ac:chgData name="Sieppi Xi Tomi" userId="S::tomi.sieppixi@aalto.fi::c6e54b23-ccae-4280-a80e-502aca6c1d49" providerId="AD" clId="Web-{63EF6616-CB33-67DC-7C9F-7DFE2E9401FB}" dt="2025-05-31T16:16:56.065" v="29" actId="1076"/>
          <ac:spMkLst>
            <pc:docMk/>
            <pc:sldMk cId="1873675956" sldId="262"/>
            <ac:spMk id="7" creationId="{F844025B-2128-32DB-8722-7958D553B91D}"/>
          </ac:spMkLst>
        </pc:spChg>
      </pc:sldChg>
      <pc:sldChg chg="addSp delSp modSp add ord replId">
        <pc:chgData name="Sieppi Xi Tomi" userId="S::tomi.sieppixi@aalto.fi::c6e54b23-ccae-4280-a80e-502aca6c1d49" providerId="AD" clId="Web-{63EF6616-CB33-67DC-7C9F-7DFE2E9401FB}" dt="2025-05-31T16:36:28.690" v="209" actId="1076"/>
        <pc:sldMkLst>
          <pc:docMk/>
          <pc:sldMk cId="2956807577" sldId="263"/>
        </pc:sldMkLst>
        <pc:spChg chg="mod">
          <ac:chgData name="Sieppi Xi Tomi" userId="S::tomi.sieppixi@aalto.fi::c6e54b23-ccae-4280-a80e-502aca6c1d49" providerId="AD" clId="Web-{63EF6616-CB33-67DC-7C9F-7DFE2E9401FB}" dt="2025-05-31T16:17:50.674" v="39" actId="20577"/>
          <ac:spMkLst>
            <pc:docMk/>
            <pc:sldMk cId="2956807577" sldId="263"/>
            <ac:spMk id="2" creationId="{C902ECC3-7186-7B90-E078-F919C548CDA6}"/>
          </ac:spMkLst>
        </pc:spChg>
        <pc:spChg chg="mod">
          <ac:chgData name="Sieppi Xi Tomi" userId="S::tomi.sieppixi@aalto.fi::c6e54b23-ccae-4280-a80e-502aca6c1d49" providerId="AD" clId="Web-{63EF6616-CB33-67DC-7C9F-7DFE2E9401FB}" dt="2025-05-31T16:26:48.267" v="129" actId="14100"/>
          <ac:spMkLst>
            <pc:docMk/>
            <pc:sldMk cId="2956807577" sldId="263"/>
            <ac:spMk id="3" creationId="{0E052FDF-DAE3-2FF3-063F-69265AB2CB40}"/>
          </ac:spMkLst>
        </pc:spChg>
        <pc:spChg chg="add mod">
          <ac:chgData name="Sieppi Xi Tomi" userId="S::tomi.sieppixi@aalto.fi::c6e54b23-ccae-4280-a80e-502aca6c1d49" providerId="AD" clId="Web-{63EF6616-CB33-67DC-7C9F-7DFE2E9401FB}" dt="2025-05-31T16:29:43.877" v="137"/>
          <ac:spMkLst>
            <pc:docMk/>
            <pc:sldMk cId="2956807577" sldId="263"/>
            <ac:spMk id="4" creationId="{102F84BE-B59A-C081-6C61-7D19FE38B404}"/>
          </ac:spMkLst>
        </pc:spChg>
        <pc:spChg chg="add del mod">
          <ac:chgData name="Sieppi Xi Tomi" userId="S::tomi.sieppixi@aalto.fi::c6e54b23-ccae-4280-a80e-502aca6c1d49" providerId="AD" clId="Web-{63EF6616-CB33-67DC-7C9F-7DFE2E9401FB}" dt="2025-05-31T16:29:55.643" v="140"/>
          <ac:spMkLst>
            <pc:docMk/>
            <pc:sldMk cId="2956807577" sldId="263"/>
            <ac:spMk id="6" creationId="{B894C9E5-FE37-4679-25D6-9EAA4800EAD3}"/>
          </ac:spMkLst>
        </pc:spChg>
        <pc:spChg chg="mod">
          <ac:chgData name="Sieppi Xi Tomi" userId="S::tomi.sieppixi@aalto.fi::c6e54b23-ccae-4280-a80e-502aca6c1d49" providerId="AD" clId="Web-{63EF6616-CB33-67DC-7C9F-7DFE2E9401FB}" dt="2025-05-31T16:17:44.440" v="37" actId="1076"/>
          <ac:spMkLst>
            <pc:docMk/>
            <pc:sldMk cId="2956807577" sldId="263"/>
            <ac:spMk id="7" creationId="{3317CD18-0756-5CCA-5C2A-8EA0BBFA4EE9}"/>
          </ac:spMkLst>
        </pc:spChg>
        <pc:spChg chg="add mod">
          <ac:chgData name="Sieppi Xi Tomi" userId="S::tomi.sieppixi@aalto.fi::c6e54b23-ccae-4280-a80e-502aca6c1d49" providerId="AD" clId="Web-{63EF6616-CB33-67DC-7C9F-7DFE2E9401FB}" dt="2025-05-31T16:30:28.283" v="157" actId="1076"/>
          <ac:spMkLst>
            <pc:docMk/>
            <pc:sldMk cId="2956807577" sldId="263"/>
            <ac:spMk id="8" creationId="{662AD1C5-0C3E-4EC1-AACF-DA1313F5F051}"/>
          </ac:spMkLst>
        </pc:spChg>
        <pc:spChg chg="mod">
          <ac:chgData name="Sieppi Xi Tomi" userId="S::tomi.sieppixi@aalto.fi::c6e54b23-ccae-4280-a80e-502aca6c1d49" providerId="AD" clId="Web-{63EF6616-CB33-67DC-7C9F-7DFE2E9401FB}" dt="2025-05-31T16:31:39.283" v="182"/>
          <ac:spMkLst>
            <pc:docMk/>
            <pc:sldMk cId="2956807577" sldId="263"/>
            <ac:spMk id="11" creationId="{D984C2D0-A404-4CB1-906D-9B478341ADD7}"/>
          </ac:spMkLst>
        </pc:spChg>
        <pc:spChg chg="mod">
          <ac:chgData name="Sieppi Xi Tomi" userId="S::tomi.sieppixi@aalto.fi::c6e54b23-ccae-4280-a80e-502aca6c1d49" providerId="AD" clId="Web-{63EF6616-CB33-67DC-7C9F-7DFE2E9401FB}" dt="2025-05-31T16:31:58.580" v="186"/>
          <ac:spMkLst>
            <pc:docMk/>
            <pc:sldMk cId="2956807577" sldId="263"/>
            <ac:spMk id="12" creationId="{4B02CA9A-FE6D-0428-7A77-E9826BF5C7D7}"/>
          </ac:spMkLst>
        </pc:spChg>
        <pc:grpChg chg="add mod">
          <ac:chgData name="Sieppi Xi Tomi" userId="S::tomi.sieppixi@aalto.fi::c6e54b23-ccae-4280-a80e-502aca6c1d49" providerId="AD" clId="Web-{63EF6616-CB33-67DC-7C9F-7DFE2E9401FB}" dt="2025-05-31T16:30:48.096" v="159" actId="1076"/>
          <ac:grpSpMkLst>
            <pc:docMk/>
            <pc:sldMk cId="2956807577" sldId="263"/>
            <ac:grpSpMk id="9" creationId="{DB237D32-C572-1EC6-CF06-68E47D0E4494}"/>
          </ac:grpSpMkLst>
        </pc:grpChg>
        <pc:grpChg chg="add mod">
          <ac:chgData name="Sieppi Xi Tomi" userId="S::tomi.sieppixi@aalto.fi::c6e54b23-ccae-4280-a80e-502aca6c1d49" providerId="AD" clId="Web-{63EF6616-CB33-67DC-7C9F-7DFE2E9401FB}" dt="2025-05-31T16:30:52.033" v="161" actId="1076"/>
          <ac:grpSpMkLst>
            <pc:docMk/>
            <pc:sldMk cId="2956807577" sldId="263"/>
            <ac:grpSpMk id="10" creationId="{50862D4E-4F4A-AC07-9A57-8F6A1B0BFE27}"/>
          </ac:grpSpMkLst>
        </pc:grpChg>
        <pc:picChg chg="add mod">
          <ac:chgData name="Sieppi Xi Tomi" userId="S::tomi.sieppixi@aalto.fi::c6e54b23-ccae-4280-a80e-502aca6c1d49" providerId="AD" clId="Web-{63EF6616-CB33-67DC-7C9F-7DFE2E9401FB}" dt="2025-05-31T16:34:00.393" v="191" actId="1076"/>
          <ac:picMkLst>
            <pc:docMk/>
            <pc:sldMk cId="2956807577" sldId="263"/>
            <ac:picMk id="13" creationId="{2C42ED75-8F9C-13B6-ECB2-B3CA11F56D53}"/>
          </ac:picMkLst>
        </pc:picChg>
        <pc:picChg chg="add mod modCrop">
          <ac:chgData name="Sieppi Xi Tomi" userId="S::tomi.sieppixi@aalto.fi::c6e54b23-ccae-4280-a80e-502aca6c1d49" providerId="AD" clId="Web-{63EF6616-CB33-67DC-7C9F-7DFE2E9401FB}" dt="2025-05-31T16:35:04.128" v="196"/>
          <ac:picMkLst>
            <pc:docMk/>
            <pc:sldMk cId="2956807577" sldId="263"/>
            <ac:picMk id="14" creationId="{EA213459-D28A-11C3-F6EC-736456BCF1AD}"/>
          </ac:picMkLst>
        </pc:picChg>
        <pc:picChg chg="add mod">
          <ac:chgData name="Sieppi Xi Tomi" userId="S::tomi.sieppixi@aalto.fi::c6e54b23-ccae-4280-a80e-502aca6c1d49" providerId="AD" clId="Web-{63EF6616-CB33-67DC-7C9F-7DFE2E9401FB}" dt="2025-05-31T16:36:15.784" v="203" actId="1076"/>
          <ac:picMkLst>
            <pc:docMk/>
            <pc:sldMk cId="2956807577" sldId="263"/>
            <ac:picMk id="15" creationId="{D3D5F80B-DC23-C1C8-D2C3-E85F58DFF921}"/>
          </ac:picMkLst>
        </pc:picChg>
        <pc:picChg chg="add mod">
          <ac:chgData name="Sieppi Xi Tomi" userId="S::tomi.sieppixi@aalto.fi::c6e54b23-ccae-4280-a80e-502aca6c1d49" providerId="AD" clId="Web-{63EF6616-CB33-67DC-7C9F-7DFE2E9401FB}" dt="2025-05-31T16:36:22.144" v="205" actId="1076"/>
          <ac:picMkLst>
            <pc:docMk/>
            <pc:sldMk cId="2956807577" sldId="263"/>
            <ac:picMk id="16" creationId="{67676F70-2B0A-08E3-0946-F283AF6473FC}"/>
          </ac:picMkLst>
        </pc:picChg>
        <pc:picChg chg="add mod">
          <ac:chgData name="Sieppi Xi Tomi" userId="S::tomi.sieppixi@aalto.fi::c6e54b23-ccae-4280-a80e-502aca6c1d49" providerId="AD" clId="Web-{63EF6616-CB33-67DC-7C9F-7DFE2E9401FB}" dt="2025-05-31T16:36:25.409" v="207" actId="1076"/>
          <ac:picMkLst>
            <pc:docMk/>
            <pc:sldMk cId="2956807577" sldId="263"/>
            <ac:picMk id="17" creationId="{C6FFF39D-08A3-F891-8EE5-76A939F22851}"/>
          </ac:picMkLst>
        </pc:picChg>
        <pc:picChg chg="add mod">
          <ac:chgData name="Sieppi Xi Tomi" userId="S::tomi.sieppixi@aalto.fi::c6e54b23-ccae-4280-a80e-502aca6c1d49" providerId="AD" clId="Web-{63EF6616-CB33-67DC-7C9F-7DFE2E9401FB}" dt="2025-05-31T16:36:28.690" v="209" actId="1076"/>
          <ac:picMkLst>
            <pc:docMk/>
            <pc:sldMk cId="2956807577" sldId="263"/>
            <ac:picMk id="18" creationId="{507B9710-8C51-9D34-FE43-29FD27E09B72}"/>
          </ac:picMkLst>
        </pc:picChg>
      </pc:sldChg>
    </pc:docChg>
  </pc:docChgLst>
  <pc:docChgLst>
    <pc:chgData name="Pham Bui" userId="c0033eac-228e-4bb4-a395-acc75cf9b197" providerId="ADAL" clId="{AF14DA88-8059-45B1-9BBD-0477226DB621}"/>
    <pc:docChg chg="custSel addSld modSld">
      <pc:chgData name="Pham Bui" userId="c0033eac-228e-4bb4-a395-acc75cf9b197" providerId="ADAL" clId="{AF14DA88-8059-45B1-9BBD-0477226DB621}" dt="2025-06-02T08:15:52.664" v="63" actId="1035"/>
      <pc:docMkLst>
        <pc:docMk/>
      </pc:docMkLst>
      <pc:sldChg chg="addSp delSp modSp add mod">
        <pc:chgData name="Pham Bui" userId="c0033eac-228e-4bb4-a395-acc75cf9b197" providerId="ADAL" clId="{AF14DA88-8059-45B1-9BBD-0477226DB621}" dt="2025-06-02T08:15:52.664" v="63" actId="1035"/>
        <pc:sldMkLst>
          <pc:docMk/>
          <pc:sldMk cId="4262105053" sldId="267"/>
        </pc:sldMkLst>
        <pc:spChg chg="mod">
          <ac:chgData name="Pham Bui" userId="c0033eac-228e-4bb4-a395-acc75cf9b197" providerId="ADAL" clId="{AF14DA88-8059-45B1-9BBD-0477226DB621}" dt="2025-06-02T08:13:16.598" v="24"/>
          <ac:spMkLst>
            <pc:docMk/>
            <pc:sldMk cId="4262105053" sldId="267"/>
            <ac:spMk id="2" creationId="{994EAF41-3546-0300-B792-7CC6ED73B70D}"/>
          </ac:spMkLst>
        </pc:spChg>
        <pc:spChg chg="add mod">
          <ac:chgData name="Pham Bui" userId="c0033eac-228e-4bb4-a395-acc75cf9b197" providerId="ADAL" clId="{AF14DA88-8059-45B1-9BBD-0477226DB621}" dt="2025-06-02T08:13:08.869" v="1" actId="478"/>
          <ac:spMkLst>
            <pc:docMk/>
            <pc:sldMk cId="4262105053" sldId="267"/>
            <ac:spMk id="4" creationId="{E761622D-2B6F-6B30-4873-0928785A9609}"/>
          </ac:spMkLst>
        </pc:spChg>
        <pc:spChg chg="del">
          <ac:chgData name="Pham Bui" userId="c0033eac-228e-4bb4-a395-acc75cf9b197" providerId="ADAL" clId="{AF14DA88-8059-45B1-9BBD-0477226DB621}" dt="2025-06-02T08:15:04.487" v="38" actId="478"/>
          <ac:spMkLst>
            <pc:docMk/>
            <pc:sldMk cId="4262105053" sldId="267"/>
            <ac:spMk id="7" creationId="{2525D76B-0769-96C0-5E75-E0E34D171208}"/>
          </ac:spMkLst>
        </pc:spChg>
        <pc:spChg chg="del">
          <ac:chgData name="Pham Bui" userId="c0033eac-228e-4bb4-a395-acc75cf9b197" providerId="ADAL" clId="{AF14DA88-8059-45B1-9BBD-0477226DB621}" dt="2025-06-02T08:13:08.869" v="1" actId="478"/>
          <ac:spMkLst>
            <pc:docMk/>
            <pc:sldMk cId="4262105053" sldId="267"/>
            <ac:spMk id="80" creationId="{2F07F95E-A243-DF39-730E-8FCB6FEA25E2}"/>
          </ac:spMkLst>
        </pc:spChg>
        <pc:picChg chg="del">
          <ac:chgData name="Pham Bui" userId="c0033eac-228e-4bb4-a395-acc75cf9b197" providerId="ADAL" clId="{AF14DA88-8059-45B1-9BBD-0477226DB621}" dt="2025-06-02T08:15:02.638" v="37" actId="478"/>
          <ac:picMkLst>
            <pc:docMk/>
            <pc:sldMk cId="4262105053" sldId="267"/>
            <ac:picMk id="5" creationId="{8C51D10A-5619-22F4-A7C8-021C0708A17F}"/>
          </ac:picMkLst>
        </pc:picChg>
        <pc:picChg chg="add mod">
          <ac:chgData name="Pham Bui" userId="c0033eac-228e-4bb4-a395-acc75cf9b197" providerId="ADAL" clId="{AF14DA88-8059-45B1-9BBD-0477226DB621}" dt="2025-06-02T08:15:52.664" v="63" actId="1035"/>
          <ac:picMkLst>
            <pc:docMk/>
            <pc:sldMk cId="4262105053" sldId="267"/>
            <ac:picMk id="8" creationId="{08E95D8E-1EE6-7F00-4433-01EB68389009}"/>
          </ac:picMkLst>
        </pc:picChg>
        <pc:picChg chg="add mod">
          <ac:chgData name="Pham Bui" userId="c0033eac-228e-4bb4-a395-acc75cf9b197" providerId="ADAL" clId="{AF14DA88-8059-45B1-9BBD-0477226DB621}" dt="2025-06-02T08:15:52.664" v="63" actId="1035"/>
          <ac:picMkLst>
            <pc:docMk/>
            <pc:sldMk cId="4262105053" sldId="267"/>
            <ac:picMk id="10" creationId="{4EEECAB5-D805-B0F5-D5ED-8DF004E1B3E0}"/>
          </ac:picMkLst>
        </pc:picChg>
        <pc:picChg chg="add mod">
          <ac:chgData name="Pham Bui" userId="c0033eac-228e-4bb4-a395-acc75cf9b197" providerId="ADAL" clId="{AF14DA88-8059-45B1-9BBD-0477226DB621}" dt="2025-06-02T08:15:52.664" v="63" actId="1035"/>
          <ac:picMkLst>
            <pc:docMk/>
            <pc:sldMk cId="4262105053" sldId="267"/>
            <ac:picMk id="12" creationId="{6F5145DF-5BB6-A78B-3A82-4D6687AAD058}"/>
          </ac:picMkLst>
        </pc:picChg>
      </pc:sldChg>
    </pc:docChg>
  </pc:docChgLst>
  <pc:docChgLst>
    <pc:chgData name="Le Ngan" userId="S::ngan.le@aalto.fi::f6d06f18-cb4b-48ae-b5be-eee4357bd4f1" providerId="AD" clId="Web-{A13C44C6-97D3-122E-1684-3B92B7A4A483}"/>
    <pc:docChg chg="addSld modSld">
      <pc:chgData name="Le Ngan" userId="S::ngan.le@aalto.fi::f6d06f18-cb4b-48ae-b5be-eee4357bd4f1" providerId="AD" clId="Web-{A13C44C6-97D3-122E-1684-3B92B7A4A483}" dt="2025-06-03T10:43:05.105" v="78" actId="20577"/>
      <pc:docMkLst>
        <pc:docMk/>
      </pc:docMkLst>
      <pc:sldChg chg="modSp">
        <pc:chgData name="Le Ngan" userId="S::ngan.le@aalto.fi::f6d06f18-cb4b-48ae-b5be-eee4357bd4f1" providerId="AD" clId="Web-{A13C44C6-97D3-122E-1684-3B92B7A4A483}" dt="2025-06-03T10:43:05.105" v="78" actId="20577"/>
        <pc:sldMkLst>
          <pc:docMk/>
          <pc:sldMk cId="2382333408" sldId="258"/>
        </pc:sldMkLst>
        <pc:spChg chg="mod">
          <ac:chgData name="Le Ngan" userId="S::ngan.le@aalto.fi::f6d06f18-cb4b-48ae-b5be-eee4357bd4f1" providerId="AD" clId="Web-{A13C44C6-97D3-122E-1684-3B92B7A4A483}" dt="2025-06-03T10:43:05.105" v="78" actId="20577"/>
          <ac:spMkLst>
            <pc:docMk/>
            <pc:sldMk cId="2382333408" sldId="258"/>
            <ac:spMk id="3" creationId="{1EBAAE2D-EEE5-D9F2-8DA5-C806190E0C6C}"/>
          </ac:spMkLst>
        </pc:spChg>
      </pc:sldChg>
      <pc:sldChg chg="modSp">
        <pc:chgData name="Le Ngan" userId="S::ngan.le@aalto.fi::f6d06f18-cb4b-48ae-b5be-eee4357bd4f1" providerId="AD" clId="Web-{A13C44C6-97D3-122E-1684-3B92B7A4A483}" dt="2025-06-03T10:04:54.155" v="4" actId="20577"/>
        <pc:sldMkLst>
          <pc:docMk/>
          <pc:sldMk cId="347141362" sldId="260"/>
        </pc:sldMkLst>
        <pc:spChg chg="mod">
          <ac:chgData name="Le Ngan" userId="S::ngan.le@aalto.fi::f6d06f18-cb4b-48ae-b5be-eee4357bd4f1" providerId="AD" clId="Web-{A13C44C6-97D3-122E-1684-3B92B7A4A483}" dt="2025-06-03T10:04:54.155" v="4" actId="20577"/>
          <ac:spMkLst>
            <pc:docMk/>
            <pc:sldMk cId="347141362" sldId="260"/>
            <ac:spMk id="3" creationId="{57D1144B-1A94-ADD7-00E6-16575EC4A566}"/>
          </ac:spMkLst>
        </pc:spChg>
      </pc:sldChg>
      <pc:sldChg chg="delSp modSp">
        <pc:chgData name="Le Ngan" userId="S::ngan.le@aalto.fi::f6d06f18-cb4b-48ae-b5be-eee4357bd4f1" providerId="AD" clId="Web-{A13C44C6-97D3-122E-1684-3B92B7A4A483}" dt="2025-06-03T10:25:28.592" v="58" actId="20577"/>
        <pc:sldMkLst>
          <pc:docMk/>
          <pc:sldMk cId="4262105053" sldId="267"/>
        </pc:sldMkLst>
        <pc:spChg chg="mod">
          <ac:chgData name="Le Ngan" userId="S::ngan.le@aalto.fi::f6d06f18-cb4b-48ae-b5be-eee4357bd4f1" providerId="AD" clId="Web-{A13C44C6-97D3-122E-1684-3B92B7A4A483}" dt="2025-06-03T10:25:28.592" v="58" actId="20577"/>
          <ac:spMkLst>
            <pc:docMk/>
            <pc:sldMk cId="4262105053" sldId="267"/>
            <ac:spMk id="2" creationId="{994EAF41-3546-0300-B792-7CC6ED73B70D}"/>
          </ac:spMkLst>
        </pc:spChg>
        <pc:spChg chg="del">
          <ac:chgData name="Le Ngan" userId="S::ngan.le@aalto.fi::f6d06f18-cb4b-48ae-b5be-eee4357bd4f1" providerId="AD" clId="Web-{A13C44C6-97D3-122E-1684-3B92B7A4A483}" dt="2025-06-03T10:24:28.716" v="54"/>
          <ac:spMkLst>
            <pc:docMk/>
            <pc:sldMk cId="4262105053" sldId="267"/>
            <ac:spMk id="4" creationId="{E761622D-2B6F-6B30-4873-0928785A9609}"/>
          </ac:spMkLst>
        </pc:spChg>
      </pc:sldChg>
      <pc:sldChg chg="modSp new">
        <pc:chgData name="Le Ngan" userId="S::ngan.le@aalto.fi::f6d06f18-cb4b-48ae-b5be-eee4357bd4f1" providerId="AD" clId="Web-{A13C44C6-97D3-122E-1684-3B92B7A4A483}" dt="2025-06-03T10:22:56.028" v="50" actId="1076"/>
        <pc:sldMkLst>
          <pc:docMk/>
          <pc:sldMk cId="1102463118" sldId="268"/>
        </pc:sldMkLst>
        <pc:spChg chg="mod">
          <ac:chgData name="Le Ngan" userId="S::ngan.le@aalto.fi::f6d06f18-cb4b-48ae-b5be-eee4357bd4f1" providerId="AD" clId="Web-{A13C44C6-97D3-122E-1684-3B92B7A4A483}" dt="2025-06-03T10:22:56.028" v="50" actId="1076"/>
          <ac:spMkLst>
            <pc:docMk/>
            <pc:sldMk cId="1102463118" sldId="268"/>
            <ac:spMk id="2" creationId="{D6E4460F-48D2-23DD-1B53-8EDD6CE5D08E}"/>
          </ac:spMkLst>
        </pc:spChg>
        <pc:spChg chg="mod">
          <ac:chgData name="Le Ngan" userId="S::ngan.le@aalto.fi::f6d06f18-cb4b-48ae-b5be-eee4357bd4f1" providerId="AD" clId="Web-{A13C44C6-97D3-122E-1684-3B92B7A4A483}" dt="2025-06-03T10:22:44.184" v="47" actId="1076"/>
          <ac:spMkLst>
            <pc:docMk/>
            <pc:sldMk cId="1102463118" sldId="268"/>
            <ac:spMk id="3" creationId="{DB545CA9-3E1E-53A2-71D4-ABA0E11C4CC6}"/>
          </ac:spMkLst>
        </pc:spChg>
      </pc:sldChg>
    </pc:docChg>
  </pc:docChgLst>
  <pc:docChgLst>
    <pc:chgData name="Isokangas Kalle" userId="S::kalle.isokangas@aalto.fi::ea119641-be8b-4a56-b26f-3ce046136b82" providerId="AD" clId="Web-{DC07FEAC-5D75-C9BE-92AA-D519C335742C}"/>
    <pc:docChg chg="modSld">
      <pc:chgData name="Isokangas Kalle" userId="S::kalle.isokangas@aalto.fi::ea119641-be8b-4a56-b26f-3ce046136b82" providerId="AD" clId="Web-{DC07FEAC-5D75-C9BE-92AA-D519C335742C}" dt="2025-06-01T12:47:59.680" v="239" actId="20577"/>
      <pc:docMkLst>
        <pc:docMk/>
      </pc:docMkLst>
      <pc:sldChg chg="modSp">
        <pc:chgData name="Isokangas Kalle" userId="S::kalle.isokangas@aalto.fi::ea119641-be8b-4a56-b26f-3ce046136b82" providerId="AD" clId="Web-{DC07FEAC-5D75-C9BE-92AA-D519C335742C}" dt="2025-06-01T12:47:59.680" v="239" actId="20577"/>
        <pc:sldMkLst>
          <pc:docMk/>
          <pc:sldMk cId="2382333408" sldId="258"/>
        </pc:sldMkLst>
        <pc:spChg chg="mod">
          <ac:chgData name="Isokangas Kalle" userId="S::kalle.isokangas@aalto.fi::ea119641-be8b-4a56-b26f-3ce046136b82" providerId="AD" clId="Web-{DC07FEAC-5D75-C9BE-92AA-D519C335742C}" dt="2025-06-01T12:47:59.680" v="239" actId="20577"/>
          <ac:spMkLst>
            <pc:docMk/>
            <pc:sldMk cId="2382333408" sldId="258"/>
            <ac:spMk id="3" creationId="{1EBAAE2D-EEE5-D9F2-8DA5-C806190E0C6C}"/>
          </ac:spMkLst>
        </pc:spChg>
        <pc:picChg chg="mod">
          <ac:chgData name="Isokangas Kalle" userId="S::kalle.isokangas@aalto.fi::ea119641-be8b-4a56-b26f-3ce046136b82" providerId="AD" clId="Web-{DC07FEAC-5D75-C9BE-92AA-D519C335742C}" dt="2025-06-01T07:55:46.411" v="6" actId="14100"/>
          <ac:picMkLst>
            <pc:docMk/>
            <pc:sldMk cId="2382333408" sldId="258"/>
            <ac:picMk id="5" creationId="{7AB124D8-1CF9-9EB4-F1B0-3072D385F362}"/>
          </ac:picMkLst>
        </pc:picChg>
      </pc:sldChg>
    </pc:docChg>
  </pc:docChgLst>
  <pc:docChgLst>
    <pc:chgData name="Le Ngan" userId="S::ngan.le@aalto.fi::f6d06f18-cb4b-48ae-b5be-eee4357bd4f1" providerId="AD" clId="Web-{1179A7E2-7AD3-C75B-52D7-F7D3DB47005D}"/>
    <pc:docChg chg="addSld delSld modSld">
      <pc:chgData name="Le Ngan" userId="S::ngan.le@aalto.fi::f6d06f18-cb4b-48ae-b5be-eee4357bd4f1" providerId="AD" clId="Web-{1179A7E2-7AD3-C75B-52D7-F7D3DB47005D}" dt="2025-06-02T08:32:56.432" v="369" actId="1076"/>
      <pc:docMkLst>
        <pc:docMk/>
      </pc:docMkLst>
      <pc:sldChg chg="modSp">
        <pc:chgData name="Le Ngan" userId="S::ngan.le@aalto.fi::f6d06f18-cb4b-48ae-b5be-eee4357bd4f1" providerId="AD" clId="Web-{1179A7E2-7AD3-C75B-52D7-F7D3DB47005D}" dt="2025-06-02T07:32:40.861" v="265"/>
        <pc:sldMkLst>
          <pc:docMk/>
          <pc:sldMk cId="300008187" sldId="261"/>
        </pc:sldMkLst>
        <pc:graphicFrameChg chg="mod modGraphic">
          <ac:chgData name="Le Ngan" userId="S::ngan.le@aalto.fi::f6d06f18-cb4b-48ae-b5be-eee4357bd4f1" providerId="AD" clId="Web-{1179A7E2-7AD3-C75B-52D7-F7D3DB47005D}" dt="2025-06-02T07:32:40.861" v="265"/>
          <ac:graphicFrameMkLst>
            <pc:docMk/>
            <pc:sldMk cId="300008187" sldId="261"/>
            <ac:graphicFrameMk id="19" creationId="{8598C04B-7261-644D-461A-6D44460A2C8F}"/>
          </ac:graphicFrameMkLst>
        </pc:graphicFrameChg>
      </pc:sldChg>
      <pc:sldChg chg="modSp">
        <pc:chgData name="Le Ngan" userId="S::ngan.le@aalto.fi::f6d06f18-cb4b-48ae-b5be-eee4357bd4f1" providerId="AD" clId="Web-{1179A7E2-7AD3-C75B-52D7-F7D3DB47005D}" dt="2025-06-02T07:45:41.640" v="267" actId="14100"/>
        <pc:sldMkLst>
          <pc:docMk/>
          <pc:sldMk cId="1873675956" sldId="262"/>
        </pc:sldMkLst>
        <pc:spChg chg="mod">
          <ac:chgData name="Le Ngan" userId="S::ngan.le@aalto.fi::f6d06f18-cb4b-48ae-b5be-eee4357bd4f1" providerId="AD" clId="Web-{1179A7E2-7AD3-C75B-52D7-F7D3DB47005D}" dt="2025-06-02T07:45:41.640" v="267" actId="14100"/>
          <ac:spMkLst>
            <pc:docMk/>
            <pc:sldMk cId="1873675956" sldId="262"/>
            <ac:spMk id="80" creationId="{A6310B8B-F788-D9F4-F2E9-46C41B6F8B85}"/>
          </ac:spMkLst>
        </pc:spChg>
      </pc:sldChg>
      <pc:sldChg chg="modSp">
        <pc:chgData name="Le Ngan" userId="S::ngan.le@aalto.fi::f6d06f18-cb4b-48ae-b5be-eee4357bd4f1" providerId="AD" clId="Web-{1179A7E2-7AD3-C75B-52D7-F7D3DB47005D}" dt="2025-06-02T08:13:55.447" v="355" actId="20577"/>
        <pc:sldMkLst>
          <pc:docMk/>
          <pc:sldMk cId="2436618364" sldId="265"/>
        </pc:sldMkLst>
        <pc:spChg chg="mod">
          <ac:chgData name="Le Ngan" userId="S::ngan.le@aalto.fi::f6d06f18-cb4b-48ae-b5be-eee4357bd4f1" providerId="AD" clId="Web-{1179A7E2-7AD3-C75B-52D7-F7D3DB47005D}" dt="2025-06-02T08:13:55.447" v="355" actId="20577"/>
          <ac:spMkLst>
            <pc:docMk/>
            <pc:sldMk cId="2436618364" sldId="265"/>
            <ac:spMk id="3" creationId="{8DCBBB67-2D63-1999-4E97-7A07683745AA}"/>
          </ac:spMkLst>
        </pc:spChg>
      </pc:sldChg>
      <pc:sldChg chg="del">
        <pc:chgData name="Le Ngan" userId="S::ngan.le@aalto.fi::f6d06f18-cb4b-48ae-b5be-eee4357bd4f1" providerId="AD" clId="Web-{1179A7E2-7AD3-C75B-52D7-F7D3DB47005D}" dt="2025-06-02T07:14:43.898" v="152"/>
        <pc:sldMkLst>
          <pc:docMk/>
          <pc:sldMk cId="471951701" sldId="266"/>
        </pc:sldMkLst>
      </pc:sldChg>
      <pc:sldChg chg="addSp modSp add replId">
        <pc:chgData name="Le Ngan" userId="S::ngan.le@aalto.fi::f6d06f18-cb4b-48ae-b5be-eee4357bd4f1" providerId="AD" clId="Web-{1179A7E2-7AD3-C75B-52D7-F7D3DB47005D}" dt="2025-06-02T08:32:56.432" v="369" actId="1076"/>
        <pc:sldMkLst>
          <pc:docMk/>
          <pc:sldMk cId="2336053128" sldId="266"/>
        </pc:sldMkLst>
        <pc:spChg chg="mod">
          <ac:chgData name="Le Ngan" userId="S::ngan.le@aalto.fi::f6d06f18-cb4b-48ae-b5be-eee4357bd4f1" providerId="AD" clId="Web-{1179A7E2-7AD3-C75B-52D7-F7D3DB47005D}" dt="2025-06-02T07:16:14.946" v="197" actId="20577"/>
          <ac:spMkLst>
            <pc:docMk/>
            <pc:sldMk cId="2336053128" sldId="266"/>
            <ac:spMk id="2" creationId="{C1B02D77-4D41-9F1C-8682-AD5A6646A94C}"/>
          </ac:spMkLst>
        </pc:spChg>
        <pc:spChg chg="mod">
          <ac:chgData name="Le Ngan" userId="S::ngan.le@aalto.fi::f6d06f18-cb4b-48ae-b5be-eee4357bd4f1" providerId="AD" clId="Web-{1179A7E2-7AD3-C75B-52D7-F7D3DB47005D}" dt="2025-06-02T07:15:58.368" v="181" actId="20577"/>
          <ac:spMkLst>
            <pc:docMk/>
            <pc:sldMk cId="2336053128" sldId="266"/>
            <ac:spMk id="3" creationId="{09E5076B-E393-FA71-12F7-C5BD0E7F010D}"/>
          </ac:spMkLst>
        </pc:spChg>
        <pc:picChg chg="add mod">
          <ac:chgData name="Le Ngan" userId="S::ngan.le@aalto.fi::f6d06f18-cb4b-48ae-b5be-eee4357bd4f1" providerId="AD" clId="Web-{1179A7E2-7AD3-C75B-52D7-F7D3DB47005D}" dt="2025-06-02T08:32:50.323" v="366" actId="1076"/>
          <ac:picMkLst>
            <pc:docMk/>
            <pc:sldMk cId="2336053128" sldId="266"/>
            <ac:picMk id="4" creationId="{31CA3B29-4C79-7A47-0A88-B31897AFF228}"/>
          </ac:picMkLst>
        </pc:picChg>
        <pc:picChg chg="add mod">
          <ac:chgData name="Le Ngan" userId="S::ngan.le@aalto.fi::f6d06f18-cb4b-48ae-b5be-eee4357bd4f1" providerId="AD" clId="Web-{1179A7E2-7AD3-C75B-52D7-F7D3DB47005D}" dt="2025-06-02T08:32:56.432" v="369" actId="1076"/>
          <ac:picMkLst>
            <pc:docMk/>
            <pc:sldMk cId="2336053128" sldId="266"/>
            <ac:picMk id="6" creationId="{116BE88E-9997-4830-5E4F-079454B03C9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286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347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039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6/3/2025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385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6/3/2025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819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6/3/2025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411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6/3/2025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441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6/3/2025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158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6/3/2025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92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124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478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6222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89" r:id="rId6"/>
    <p:sldLayoutId id="2147483685" r:id="rId7"/>
    <p:sldLayoutId id="2147483686" r:id="rId8"/>
    <p:sldLayoutId id="2147483687" r:id="rId9"/>
    <p:sldLayoutId id="2147483688" r:id="rId10"/>
    <p:sldLayoutId id="214748369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://127.0.0.1:8050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7" name="Rectangle 1046">
            <a:extLst>
              <a:ext uri="{FF2B5EF4-FFF2-40B4-BE49-F238E27FC236}">
                <a16:creationId xmlns:a16="http://schemas.microsoft.com/office/drawing/2014/main" id="{85CB65D0-496F-4797-A015-C85839E35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Finnair kuljetti kesäkuussa 96 prosenttia vähemmän matkustajia kuin vuosi  sitten | Yle">
            <a:extLst>
              <a:ext uri="{FF2B5EF4-FFF2-40B4-BE49-F238E27FC236}">
                <a16:creationId xmlns:a16="http://schemas.microsoft.com/office/drawing/2014/main" id="{87A8CF79-D5BD-EA19-75F2-4BF2E590FE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0"/>
            <a:ext cx="12192000" cy="6857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8" name="Rectangle 1047">
            <a:extLst>
              <a:ext uri="{FF2B5EF4-FFF2-40B4-BE49-F238E27FC236}">
                <a16:creationId xmlns:a16="http://schemas.microsoft.com/office/drawing/2014/main" id="{95D2C779-8883-4E5F-A170-0F464918C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990598"/>
            <a:ext cx="12188952" cy="4745182"/>
          </a:xfrm>
          <a:prstGeom prst="rect">
            <a:avLst/>
          </a:prstGeom>
          <a:gradFill>
            <a:gsLst>
              <a:gs pos="35000">
                <a:srgbClr val="000000">
                  <a:alpha val="41000"/>
                </a:srgbClr>
              </a:gs>
              <a:gs pos="0">
                <a:srgbClr val="000000">
                  <a:alpha val="0"/>
                </a:srgbClr>
              </a:gs>
              <a:gs pos="47744">
                <a:srgbClr val="000000">
                  <a:alpha val="51000"/>
                </a:srgbClr>
              </a:gs>
              <a:gs pos="70000">
                <a:srgbClr val="000000">
                  <a:alpha val="37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tsikko 1"/>
          <p:cNvSpPr>
            <a:spLocks noGrp="1"/>
          </p:cNvSpPr>
          <p:nvPr>
            <p:ph type="ctrTitle"/>
          </p:nvPr>
        </p:nvSpPr>
        <p:spPr>
          <a:xfrm>
            <a:off x="1833541" y="990599"/>
            <a:ext cx="5619054" cy="4849091"/>
          </a:xfrm>
        </p:spPr>
        <p:txBody>
          <a:bodyPr anchor="ctr">
            <a:normAutofit/>
          </a:bodyPr>
          <a:lstStyle/>
          <a:p>
            <a:pPr algn="r"/>
            <a:r>
              <a:rPr lang="fi-FI">
                <a:solidFill>
                  <a:srgbClr val="FFFFFF"/>
                </a:solidFill>
              </a:rPr>
              <a:t>ROIC Sensitivity Among (European) Airlines</a:t>
            </a:r>
          </a:p>
        </p:txBody>
      </p:sp>
      <p:sp>
        <p:nvSpPr>
          <p:cNvPr id="3" name="Alaotsikko 2"/>
          <p:cNvSpPr>
            <a:spLocks noGrp="1"/>
          </p:cNvSpPr>
          <p:nvPr>
            <p:ph type="subTitle" idx="1"/>
          </p:nvPr>
        </p:nvSpPr>
        <p:spPr>
          <a:xfrm>
            <a:off x="8712865" y="1447799"/>
            <a:ext cx="2368905" cy="4076699"/>
          </a:xfrm>
        </p:spPr>
        <p:txBody>
          <a:bodyPr anchor="ctr">
            <a:normAutofit/>
          </a:bodyPr>
          <a:lstStyle/>
          <a:p>
            <a:r>
              <a:rPr lang="fi-FI">
                <a:solidFill>
                  <a:srgbClr val="FFFFFF"/>
                </a:solidFill>
                <a:latin typeface="Univers Condensed"/>
                <a:cs typeface="Times New Roman"/>
              </a:rPr>
              <a:t>Group 8: Ali Sultan, </a:t>
            </a:r>
            <a:r>
              <a:rPr lang="fi-FI" err="1">
                <a:solidFill>
                  <a:srgbClr val="FFFFFF"/>
                </a:solidFill>
                <a:latin typeface="Univers Condensed"/>
                <a:cs typeface="Times New Roman"/>
              </a:rPr>
              <a:t>Bui</a:t>
            </a:r>
            <a:r>
              <a:rPr lang="fi-FI">
                <a:solidFill>
                  <a:srgbClr val="FFFFFF"/>
                </a:solidFill>
                <a:latin typeface="Univers Condensed"/>
                <a:cs typeface="Times New Roman"/>
              </a:rPr>
              <a:t> Minh </a:t>
            </a:r>
            <a:r>
              <a:rPr lang="fi-FI" err="1">
                <a:solidFill>
                  <a:srgbClr val="FFFFFF"/>
                </a:solidFill>
                <a:latin typeface="Univers Condensed"/>
                <a:cs typeface="Times New Roman"/>
              </a:rPr>
              <a:t>Anh</a:t>
            </a:r>
            <a:r>
              <a:rPr lang="fi-FI">
                <a:solidFill>
                  <a:srgbClr val="FFFFFF"/>
                </a:solidFill>
                <a:latin typeface="Univers Condensed"/>
                <a:cs typeface="Times New Roman"/>
              </a:rPr>
              <a:t> </a:t>
            </a:r>
            <a:r>
              <a:rPr lang="fi-FI" err="1">
                <a:solidFill>
                  <a:srgbClr val="FFFFFF"/>
                </a:solidFill>
                <a:latin typeface="Univers Condensed"/>
                <a:cs typeface="Times New Roman"/>
              </a:rPr>
              <a:t>Pham</a:t>
            </a:r>
            <a:r>
              <a:rPr lang="fi-FI">
                <a:solidFill>
                  <a:srgbClr val="FFFFFF"/>
                </a:solidFill>
                <a:latin typeface="Univers Condensed"/>
                <a:cs typeface="Times New Roman"/>
              </a:rPr>
              <a:t>, Kalle Isokangas, </a:t>
            </a:r>
            <a:r>
              <a:rPr lang="fi-FI" err="1">
                <a:solidFill>
                  <a:srgbClr val="FFFFFF"/>
                </a:solidFill>
                <a:latin typeface="Univers Condensed"/>
                <a:cs typeface="Times New Roman"/>
              </a:rPr>
              <a:t>Phuong</a:t>
            </a:r>
            <a:r>
              <a:rPr lang="fi-FI">
                <a:solidFill>
                  <a:srgbClr val="FFFFFF"/>
                </a:solidFill>
                <a:latin typeface="Univers Condensed"/>
                <a:cs typeface="Times New Roman"/>
              </a:rPr>
              <a:t> </a:t>
            </a:r>
            <a:r>
              <a:rPr lang="fi-FI" err="1">
                <a:solidFill>
                  <a:srgbClr val="FFFFFF"/>
                </a:solidFill>
                <a:latin typeface="Univers Condensed"/>
                <a:cs typeface="Times New Roman"/>
              </a:rPr>
              <a:t>Ngan</a:t>
            </a:r>
            <a:r>
              <a:rPr lang="fi-FI">
                <a:solidFill>
                  <a:srgbClr val="FFFFFF"/>
                </a:solidFill>
                <a:latin typeface="Univers Condensed"/>
                <a:cs typeface="Times New Roman"/>
              </a:rPr>
              <a:t> </a:t>
            </a:r>
            <a:r>
              <a:rPr lang="fi-FI" err="1">
                <a:solidFill>
                  <a:srgbClr val="FFFFFF"/>
                </a:solidFill>
                <a:latin typeface="Univers Condensed"/>
                <a:cs typeface="Times New Roman"/>
              </a:rPr>
              <a:t>Le</a:t>
            </a:r>
            <a:r>
              <a:rPr lang="fi-FI">
                <a:solidFill>
                  <a:srgbClr val="FFFFFF"/>
                </a:solidFill>
                <a:latin typeface="Univers Condensed"/>
                <a:cs typeface="Times New Roman"/>
              </a:rPr>
              <a:t>, Tomi Sieppi Xi</a:t>
            </a:r>
          </a:p>
        </p:txBody>
      </p:sp>
      <p:cxnSp>
        <p:nvCxnSpPr>
          <p:cNvPr id="1049" name="Straight Connector 1048">
            <a:extLst>
              <a:ext uri="{FF2B5EF4-FFF2-40B4-BE49-F238E27FC236}">
                <a16:creationId xmlns:a16="http://schemas.microsoft.com/office/drawing/2014/main" id="{BD96A694-258D-4418-A83C-B9BA72FD4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15300" y="1780927"/>
            <a:ext cx="0" cy="3390901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sx="88000" sy="88000" algn="tl" rotWithShape="0">
              <a:prstClr val="black">
                <a:alpha val="26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23856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A1115-AEE2-DF1B-3013-2C3D65A06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2ECC3-7186-7B90-E078-F919C548C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Business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52FDF-DAE3-2FF3-063F-69265AB2C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10691265" cy="21829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The airline </a:t>
            </a:r>
            <a:r>
              <a:rPr lang="en-US" err="1"/>
              <a:t>indsutry</a:t>
            </a:r>
            <a:r>
              <a:rPr lang="en-US"/>
              <a:t> is...</a:t>
            </a:r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54AD393A-DCB4-5247-0D92-A902609DC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9884" y="194695"/>
            <a:ext cx="2372878" cy="2319378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3317CD18-0756-5CCA-5C2A-8EA0BBFA4EE9}"/>
              </a:ext>
            </a:extLst>
          </p:cNvPr>
          <p:cNvSpPr/>
          <p:nvPr/>
        </p:nvSpPr>
        <p:spPr>
          <a:xfrm>
            <a:off x="10187281" y="351837"/>
            <a:ext cx="895586" cy="566326"/>
          </a:xfrm>
          <a:prstGeom prst="ellipse">
            <a:avLst/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B237D32-C572-1EC6-CF06-68E47D0E4494}"/>
              </a:ext>
            </a:extLst>
          </p:cNvPr>
          <p:cNvGrpSpPr/>
          <p:nvPr/>
        </p:nvGrpSpPr>
        <p:grpSpPr>
          <a:xfrm>
            <a:off x="9411171" y="2858911"/>
            <a:ext cx="2692400" cy="914400"/>
            <a:chOff x="9392356" y="2858911"/>
            <a:chExt cx="2692400" cy="91440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102F84BE-B59A-C081-6C61-7D19FE38B404}"/>
                </a:ext>
              </a:extLst>
            </p:cNvPr>
            <p:cNvSpPr/>
            <p:nvPr/>
          </p:nvSpPr>
          <p:spPr>
            <a:xfrm>
              <a:off x="9392356" y="2858911"/>
              <a:ext cx="2692400" cy="914400"/>
            </a:xfrm>
            <a:prstGeom prst="roundRect">
              <a:avLst/>
            </a:prstGeom>
            <a:noFill/>
            <a:ln w="57150" cap="flat" cmpd="sng" algn="ctr">
              <a:solidFill>
                <a:srgbClr val="00B050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62AD1C5-0C3E-4EC1-AACF-DA1313F5F051}"/>
                </a:ext>
              </a:extLst>
            </p:cNvPr>
            <p:cNvSpPr txBox="1"/>
            <p:nvPr/>
          </p:nvSpPr>
          <p:spPr>
            <a:xfrm>
              <a:off x="10189168" y="2962512"/>
              <a:ext cx="1235843" cy="707886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4000">
                  <a:solidFill>
                    <a:srgbClr val="00B050"/>
                  </a:solidFill>
                  <a:latin typeface="Calibri"/>
                  <a:ea typeface="Calibri"/>
                  <a:cs typeface="Calibri"/>
                </a:rPr>
                <a:t>ROIC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0862D4E-4F4A-AC07-9A57-8F6A1B0BFE27}"/>
              </a:ext>
            </a:extLst>
          </p:cNvPr>
          <p:cNvGrpSpPr/>
          <p:nvPr/>
        </p:nvGrpSpPr>
        <p:grpSpPr>
          <a:xfrm>
            <a:off x="9411171" y="3950170"/>
            <a:ext cx="2692400" cy="914400"/>
            <a:chOff x="9392356" y="2858911"/>
            <a:chExt cx="2692400" cy="914400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D984C2D0-A404-4CB1-906D-9B478341ADD7}"/>
                </a:ext>
              </a:extLst>
            </p:cNvPr>
            <p:cNvSpPr/>
            <p:nvPr/>
          </p:nvSpPr>
          <p:spPr>
            <a:xfrm>
              <a:off x="9392356" y="2858911"/>
              <a:ext cx="2692400" cy="914400"/>
            </a:xfrm>
            <a:prstGeom prst="roundRect">
              <a:avLst/>
            </a:prstGeom>
            <a:noFill/>
            <a:ln w="5715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B02CA9A-FE6D-0428-7A77-E9826BF5C7D7}"/>
                </a:ext>
              </a:extLst>
            </p:cNvPr>
            <p:cNvSpPr txBox="1"/>
            <p:nvPr/>
          </p:nvSpPr>
          <p:spPr>
            <a:xfrm>
              <a:off x="9798761" y="2901364"/>
              <a:ext cx="1960213" cy="830997"/>
            </a:xfrm>
            <a:prstGeom prst="rect">
              <a:avLst/>
            </a:prstGeom>
            <a:noFill/>
            <a:ln>
              <a:noFil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2400">
                  <a:solidFill>
                    <a:srgbClr val="0070C0"/>
                  </a:solidFill>
                  <a:latin typeface="Calibri"/>
                  <a:ea typeface="Calibri"/>
                  <a:cs typeface="Calibri"/>
                </a:rPr>
                <a:t>SENSITIVITY ANALYSIS</a:t>
              </a:r>
              <a:endParaRPr 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8BCDBB9-0DAA-59EA-FE3B-D7775D0091CB}"/>
              </a:ext>
            </a:extLst>
          </p:cNvPr>
          <p:cNvGrpSpPr/>
          <p:nvPr/>
        </p:nvGrpSpPr>
        <p:grpSpPr>
          <a:xfrm>
            <a:off x="1235565" y="4586111"/>
            <a:ext cx="2324417" cy="2271889"/>
            <a:chOff x="1235565" y="4586111"/>
            <a:chExt cx="2324417" cy="2271889"/>
          </a:xfrm>
        </p:grpSpPr>
        <p:pic>
          <p:nvPicPr>
            <p:cNvPr id="13" name="Picture 12" descr="Pure Heart: The Evolution of the Southwest Corporate Logo - Southwest 50  Years. One Heart.">
              <a:extLst>
                <a:ext uri="{FF2B5EF4-FFF2-40B4-BE49-F238E27FC236}">
                  <a16:creationId xmlns:a16="http://schemas.microsoft.com/office/drawing/2014/main" id="{2C42ED75-8F9C-13B6-ECB2-B3CA11F56D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37795" y="4586111"/>
              <a:ext cx="2322187" cy="2271889"/>
            </a:xfrm>
            <a:prstGeom prst="rect">
              <a:avLst/>
            </a:prstGeom>
          </p:spPr>
        </p:pic>
        <p:pic>
          <p:nvPicPr>
            <p:cNvPr id="15" name="Graphic 14" descr="Dollari tasaisella täytöllä">
              <a:extLst>
                <a:ext uri="{FF2B5EF4-FFF2-40B4-BE49-F238E27FC236}">
                  <a16:creationId xmlns:a16="http://schemas.microsoft.com/office/drawing/2014/main" id="{D3D5F80B-DC23-C1C8-D2C3-E85F58DFF9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35565" y="4685021"/>
              <a:ext cx="771205" cy="771205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5D02728-1CBB-0138-B66C-31FA626F1999}"/>
              </a:ext>
            </a:extLst>
          </p:cNvPr>
          <p:cNvGrpSpPr/>
          <p:nvPr/>
        </p:nvGrpSpPr>
        <p:grpSpPr>
          <a:xfrm>
            <a:off x="4289671" y="4585297"/>
            <a:ext cx="2321842" cy="2268019"/>
            <a:chOff x="4289671" y="4585297"/>
            <a:chExt cx="2321842" cy="2268019"/>
          </a:xfrm>
        </p:grpSpPr>
        <p:pic>
          <p:nvPicPr>
            <p:cNvPr id="14" name="Picture 13" descr="Singapore Airlines is certified as a 5-Star Airline | Skytrax">
              <a:extLst>
                <a:ext uri="{FF2B5EF4-FFF2-40B4-BE49-F238E27FC236}">
                  <a16:creationId xmlns:a16="http://schemas.microsoft.com/office/drawing/2014/main" id="{EA213459-D28A-11C3-F6EC-736456BCF1A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9318" r="32895" b="35"/>
            <a:stretch>
              <a:fillRect/>
            </a:stretch>
          </p:blipFill>
          <p:spPr>
            <a:xfrm>
              <a:off x="4289671" y="4585297"/>
              <a:ext cx="2321842" cy="2268019"/>
            </a:xfrm>
            <a:prstGeom prst="rect">
              <a:avLst/>
            </a:prstGeom>
          </p:spPr>
        </p:pic>
        <p:pic>
          <p:nvPicPr>
            <p:cNvPr id="16" name="Graphic 15" descr="Dollari tasaisella täytöllä">
              <a:extLst>
                <a:ext uri="{FF2B5EF4-FFF2-40B4-BE49-F238E27FC236}">
                  <a16:creationId xmlns:a16="http://schemas.microsoft.com/office/drawing/2014/main" id="{67676F70-2B0A-08E3-0946-F283AF6473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066021" y="4587853"/>
              <a:ext cx="771205" cy="771205"/>
            </a:xfrm>
            <a:prstGeom prst="rect">
              <a:avLst/>
            </a:prstGeom>
          </p:spPr>
        </p:pic>
        <p:pic>
          <p:nvPicPr>
            <p:cNvPr id="17" name="Graphic 16" descr="Dollari tasaisella täytöllä">
              <a:extLst>
                <a:ext uri="{FF2B5EF4-FFF2-40B4-BE49-F238E27FC236}">
                  <a16:creationId xmlns:a16="http://schemas.microsoft.com/office/drawing/2014/main" id="{C6FFF39D-08A3-F891-8EE5-76A939F228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449578" y="4587853"/>
              <a:ext cx="771205" cy="771205"/>
            </a:xfrm>
            <a:prstGeom prst="rect">
              <a:avLst/>
            </a:prstGeom>
          </p:spPr>
        </p:pic>
        <p:pic>
          <p:nvPicPr>
            <p:cNvPr id="18" name="Graphic 17" descr="Dollari tasaisella täytöllä">
              <a:extLst>
                <a:ext uri="{FF2B5EF4-FFF2-40B4-BE49-F238E27FC236}">
                  <a16:creationId xmlns:a16="http://schemas.microsoft.com/office/drawing/2014/main" id="{507B9710-8C51-9D34-FE43-29FD27E09B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33135" y="4587852"/>
              <a:ext cx="771205" cy="771205"/>
            </a:xfrm>
            <a:prstGeom prst="rect">
              <a:avLst/>
            </a:prstGeom>
          </p:spPr>
        </p:pic>
      </p:grp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91DD669-3A9A-40CA-6A37-EF86541AA5DA}"/>
              </a:ext>
            </a:extLst>
          </p:cNvPr>
          <p:cNvSpPr txBox="1">
            <a:spLocks/>
          </p:cNvSpPr>
          <p:nvPr/>
        </p:nvSpPr>
        <p:spPr>
          <a:xfrm>
            <a:off x="700633" y="2726994"/>
            <a:ext cx="10691265" cy="8060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Highly </a:t>
            </a:r>
            <a:r>
              <a:rPr lang="en-US" b="1"/>
              <a:t>capital-intensive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Aircraft, maintenance facilities, airport infrastructure, IT, aviation processes, etc.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6FBD4A04-00D9-E777-E12A-64DBC5E5F994}"/>
              </a:ext>
            </a:extLst>
          </p:cNvPr>
          <p:cNvSpPr txBox="1">
            <a:spLocks/>
          </p:cNvSpPr>
          <p:nvPr/>
        </p:nvSpPr>
        <p:spPr>
          <a:xfrm>
            <a:off x="700631" y="3497502"/>
            <a:ext cx="10691265" cy="155484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/>
              <a:t>Sensitive</a:t>
            </a:r>
            <a:r>
              <a:rPr lang="en-US"/>
              <a:t> to external factors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Fuel prices, business cycles, geopolitical events, pandemics, regulations, etc.</a:t>
            </a:r>
          </a:p>
        </p:txBody>
      </p:sp>
    </p:spTree>
    <p:extLst>
      <p:ext uri="{BB962C8B-B14F-4D97-AF65-F5344CB8AC3E}">
        <p14:creationId xmlns:p14="http://schemas.microsoft.com/office/powerpoint/2010/main" val="2956807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298E4-8003-2F64-4B0F-8940180A5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9B16F-6952-0025-30F0-8FA5DE9F8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Business Problem</a:t>
            </a:r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F324D6B7-9146-6003-5072-A1FEC692B4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9884" y="194695"/>
            <a:ext cx="2372878" cy="2319378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EF0AE234-8306-2529-B25C-8669AB7A416B}"/>
              </a:ext>
            </a:extLst>
          </p:cNvPr>
          <p:cNvSpPr/>
          <p:nvPr/>
        </p:nvSpPr>
        <p:spPr>
          <a:xfrm>
            <a:off x="10187281" y="351837"/>
            <a:ext cx="895586" cy="566326"/>
          </a:xfrm>
          <a:prstGeom prst="ellipse">
            <a:avLst/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F86CC6C-F811-D00A-4CF0-B50741460D5B}"/>
              </a:ext>
            </a:extLst>
          </p:cNvPr>
          <p:cNvGrpSpPr/>
          <p:nvPr/>
        </p:nvGrpSpPr>
        <p:grpSpPr>
          <a:xfrm>
            <a:off x="4486935" y="3176589"/>
            <a:ext cx="2692400" cy="914400"/>
            <a:chOff x="9392356" y="2858911"/>
            <a:chExt cx="2692400" cy="91440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2C97EB8C-8714-4825-800C-C8FFCDBCCC7E}"/>
                </a:ext>
              </a:extLst>
            </p:cNvPr>
            <p:cNvSpPr/>
            <p:nvPr/>
          </p:nvSpPr>
          <p:spPr>
            <a:xfrm>
              <a:off x="9392356" y="2858911"/>
              <a:ext cx="2692400" cy="914400"/>
            </a:xfrm>
            <a:prstGeom prst="roundRect">
              <a:avLst/>
            </a:prstGeom>
            <a:noFill/>
            <a:ln w="57150" cap="flat" cmpd="sng" algn="ctr">
              <a:solidFill>
                <a:srgbClr val="00B050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46AA491-E1C3-0A9D-67D8-2DE52A882866}"/>
                </a:ext>
              </a:extLst>
            </p:cNvPr>
            <p:cNvSpPr txBox="1"/>
            <p:nvPr/>
          </p:nvSpPr>
          <p:spPr>
            <a:xfrm>
              <a:off x="10189168" y="2962512"/>
              <a:ext cx="1235843" cy="707886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4000">
                  <a:solidFill>
                    <a:srgbClr val="00B050"/>
                  </a:solidFill>
                  <a:latin typeface="Calibri"/>
                  <a:ea typeface="Calibri"/>
                  <a:cs typeface="Calibri"/>
                </a:rPr>
                <a:t>ROIC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74034E7-C8DF-44B4-3FE0-8073803BA3E8}"/>
              </a:ext>
            </a:extLst>
          </p:cNvPr>
          <p:cNvGrpSpPr/>
          <p:nvPr/>
        </p:nvGrpSpPr>
        <p:grpSpPr>
          <a:xfrm>
            <a:off x="4486935" y="1769220"/>
            <a:ext cx="2692400" cy="914400"/>
            <a:chOff x="9392356" y="2858911"/>
            <a:chExt cx="2692400" cy="914400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D841CAB-36EB-530F-6C7B-D968DBCD1363}"/>
                </a:ext>
              </a:extLst>
            </p:cNvPr>
            <p:cNvSpPr/>
            <p:nvPr/>
          </p:nvSpPr>
          <p:spPr>
            <a:xfrm>
              <a:off x="9392356" y="2858911"/>
              <a:ext cx="2692400" cy="914400"/>
            </a:xfrm>
            <a:prstGeom prst="roundRect">
              <a:avLst/>
            </a:prstGeom>
            <a:noFill/>
            <a:ln w="5715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D9A5734-10E9-8225-1806-C62E68DBA638}"/>
                </a:ext>
              </a:extLst>
            </p:cNvPr>
            <p:cNvSpPr txBox="1"/>
            <p:nvPr/>
          </p:nvSpPr>
          <p:spPr>
            <a:xfrm>
              <a:off x="9798761" y="2901364"/>
              <a:ext cx="1960213" cy="830997"/>
            </a:xfrm>
            <a:prstGeom prst="rect">
              <a:avLst/>
            </a:prstGeom>
            <a:noFill/>
            <a:ln>
              <a:noFil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2400">
                  <a:solidFill>
                    <a:srgbClr val="0070C0"/>
                  </a:solidFill>
                  <a:latin typeface="Calibri"/>
                  <a:ea typeface="Calibri"/>
                  <a:cs typeface="Calibri"/>
                </a:rPr>
                <a:t>SENSITIVITY ANALYSIS</a:t>
              </a:r>
              <a:endParaRPr 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DEA1079-0E7B-812E-F91B-E02DAB438C04}"/>
              </a:ext>
            </a:extLst>
          </p:cNvPr>
          <p:cNvGrpSpPr/>
          <p:nvPr/>
        </p:nvGrpSpPr>
        <p:grpSpPr>
          <a:xfrm>
            <a:off x="2836071" y="4494515"/>
            <a:ext cx="2324417" cy="2271889"/>
            <a:chOff x="1235565" y="4586111"/>
            <a:chExt cx="2324417" cy="2271889"/>
          </a:xfrm>
        </p:grpSpPr>
        <p:pic>
          <p:nvPicPr>
            <p:cNvPr id="13" name="Picture 12" descr="Pure Heart: The Evolution of the Southwest Corporate Logo - Southwest 50  Years. One Heart.">
              <a:extLst>
                <a:ext uri="{FF2B5EF4-FFF2-40B4-BE49-F238E27FC236}">
                  <a16:creationId xmlns:a16="http://schemas.microsoft.com/office/drawing/2014/main" id="{4CEA6D67-6415-D299-6DB0-F7516AAC41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37795" y="4586111"/>
              <a:ext cx="2322187" cy="2271889"/>
            </a:xfrm>
            <a:prstGeom prst="rect">
              <a:avLst/>
            </a:prstGeom>
          </p:spPr>
        </p:pic>
        <p:pic>
          <p:nvPicPr>
            <p:cNvPr id="15" name="Graphic 14" descr="Dollari tasaisella täytöllä">
              <a:extLst>
                <a:ext uri="{FF2B5EF4-FFF2-40B4-BE49-F238E27FC236}">
                  <a16:creationId xmlns:a16="http://schemas.microsoft.com/office/drawing/2014/main" id="{3D7A2A14-4460-A1BC-312A-F03B172BDC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35565" y="4685021"/>
              <a:ext cx="771205" cy="771205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55ECAA5-DB95-7782-8F64-35CAF2ADDC40}"/>
              </a:ext>
            </a:extLst>
          </p:cNvPr>
          <p:cNvGrpSpPr/>
          <p:nvPr/>
        </p:nvGrpSpPr>
        <p:grpSpPr>
          <a:xfrm>
            <a:off x="7031514" y="4498385"/>
            <a:ext cx="2321842" cy="2268019"/>
            <a:chOff x="4289671" y="4585297"/>
            <a:chExt cx="2321842" cy="2268019"/>
          </a:xfrm>
        </p:grpSpPr>
        <p:pic>
          <p:nvPicPr>
            <p:cNvPr id="14" name="Picture 13" descr="Singapore Airlines is certified as a 5-Star Airline | Skytrax">
              <a:extLst>
                <a:ext uri="{FF2B5EF4-FFF2-40B4-BE49-F238E27FC236}">
                  <a16:creationId xmlns:a16="http://schemas.microsoft.com/office/drawing/2014/main" id="{0ADA6755-C084-24B0-0DFC-CF972715284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9318" r="32895" b="35"/>
            <a:stretch>
              <a:fillRect/>
            </a:stretch>
          </p:blipFill>
          <p:spPr>
            <a:xfrm>
              <a:off x="4289671" y="4585297"/>
              <a:ext cx="2321842" cy="2268019"/>
            </a:xfrm>
            <a:prstGeom prst="rect">
              <a:avLst/>
            </a:prstGeom>
          </p:spPr>
        </p:pic>
        <p:pic>
          <p:nvPicPr>
            <p:cNvPr id="16" name="Graphic 15" descr="Dollari tasaisella täytöllä">
              <a:extLst>
                <a:ext uri="{FF2B5EF4-FFF2-40B4-BE49-F238E27FC236}">
                  <a16:creationId xmlns:a16="http://schemas.microsoft.com/office/drawing/2014/main" id="{F515A5A1-94A8-7EEE-003B-74A36D09D9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066021" y="4587853"/>
              <a:ext cx="771205" cy="771205"/>
            </a:xfrm>
            <a:prstGeom prst="rect">
              <a:avLst/>
            </a:prstGeom>
          </p:spPr>
        </p:pic>
        <p:pic>
          <p:nvPicPr>
            <p:cNvPr id="17" name="Graphic 16" descr="Dollari tasaisella täytöllä">
              <a:extLst>
                <a:ext uri="{FF2B5EF4-FFF2-40B4-BE49-F238E27FC236}">
                  <a16:creationId xmlns:a16="http://schemas.microsoft.com/office/drawing/2014/main" id="{6CF1847D-25E4-9BC6-49F8-0D5CB9662D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449578" y="4587853"/>
              <a:ext cx="771205" cy="771205"/>
            </a:xfrm>
            <a:prstGeom prst="rect">
              <a:avLst/>
            </a:prstGeom>
          </p:spPr>
        </p:pic>
        <p:pic>
          <p:nvPicPr>
            <p:cNvPr id="18" name="Graphic 17" descr="Dollari tasaisella täytöllä">
              <a:extLst>
                <a:ext uri="{FF2B5EF4-FFF2-40B4-BE49-F238E27FC236}">
                  <a16:creationId xmlns:a16="http://schemas.microsoft.com/office/drawing/2014/main" id="{EAD60FA5-E6C7-ED73-5DC8-DD9D13A171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33135" y="4587852"/>
              <a:ext cx="771205" cy="771205"/>
            </a:xfrm>
            <a:prstGeom prst="rect">
              <a:avLst/>
            </a:prstGeom>
          </p:spPr>
        </p:pic>
      </p:grp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8E3FCEA-AAD7-7A83-4D2F-FE84C3ADC150}"/>
              </a:ext>
            </a:extLst>
          </p:cNvPr>
          <p:cNvCxnSpPr>
            <a:stCxn id="11" idx="2"/>
          </p:cNvCxnSpPr>
          <p:nvPr/>
        </p:nvCxnSpPr>
        <p:spPr>
          <a:xfrm>
            <a:off x="5833135" y="2683620"/>
            <a:ext cx="0" cy="39514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ight Brace 26">
            <a:extLst>
              <a:ext uri="{FF2B5EF4-FFF2-40B4-BE49-F238E27FC236}">
                <a16:creationId xmlns:a16="http://schemas.microsoft.com/office/drawing/2014/main" id="{3C110CB5-E97B-5AF2-2E9B-A3212B3F1802}"/>
              </a:ext>
            </a:extLst>
          </p:cNvPr>
          <p:cNvSpPr/>
          <p:nvPr/>
        </p:nvSpPr>
        <p:spPr>
          <a:xfrm rot="16200000">
            <a:off x="5753291" y="2230794"/>
            <a:ext cx="296754" cy="4080813"/>
          </a:xfrm>
          <a:prstGeom prst="righ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0422110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DC056-3ABB-3762-939E-3B873C04E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AAE2D-EEE5-D9F2-8DA5-C806190E0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b="1">
                <a:ea typeface="+mn-lt"/>
                <a:cs typeface="+mn-lt"/>
              </a:rPr>
              <a:t>Airlines: </a:t>
            </a:r>
            <a:r>
              <a:rPr lang="en-US">
                <a:ea typeface="+mn-lt"/>
                <a:cs typeface="+mn-lt"/>
              </a:rPr>
              <a:t>Aegean, AirBaltic, Air-France-KLM, Finnair, Lufthansa, Norwegian, </a:t>
            </a:r>
            <a:r>
              <a:rPr lang="en-US" err="1">
                <a:ea typeface="+mn-lt"/>
                <a:cs typeface="+mn-lt"/>
              </a:rPr>
              <a:t>RyanAir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WizzAir</a:t>
            </a:r>
            <a:endParaRPr lang="en-US">
              <a:ea typeface="+mn-lt"/>
              <a:cs typeface="+mn-lt"/>
            </a:endParaRPr>
          </a:p>
          <a:p>
            <a:r>
              <a:rPr lang="en-US" b="1"/>
              <a:t>Period:</a:t>
            </a:r>
            <a:r>
              <a:rPr lang="en-US"/>
              <a:t> 2012 – 2024</a:t>
            </a:r>
          </a:p>
          <a:p>
            <a:r>
              <a:rPr lang="en-US" b="1"/>
              <a:t>Size:</a:t>
            </a:r>
            <a:r>
              <a:rPr lang="en-US"/>
              <a:t> 91 data points</a:t>
            </a:r>
          </a:p>
          <a:p>
            <a:r>
              <a:rPr lang="en-US" b="1"/>
              <a:t>Dataset: </a:t>
            </a:r>
            <a:r>
              <a:rPr lang="en-US"/>
              <a:t>Financial statements of chosen airlines from Orbis</a:t>
            </a:r>
          </a:p>
          <a:p>
            <a:r>
              <a:rPr lang="en-US" b="1"/>
              <a:t>Key components from financial statements: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EBIT (Earnings before Interest &amp; Taxes)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Measures core operating performance of the company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Invested Capital (Total Assets – Cash – Non-interest-bearing Liabilities)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Excluding cash and non-interest-bearing liabilities, so we can isolate the capital truly tied to the operations of the company</a:t>
            </a:r>
          </a:p>
          <a:p>
            <a:pPr lvl="2">
              <a:buFont typeface="Wingdings" panose="020B0604020202020204" pitchFamily="34" charset="0"/>
              <a:buChar char="§"/>
            </a:pP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7AB124D8-1CF9-9EB4-F1B0-3072D385F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1306" y="194695"/>
            <a:ext cx="2141456" cy="2065378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9AA0970B-903A-DB11-DB5F-C411876A2E9C}"/>
              </a:ext>
            </a:extLst>
          </p:cNvPr>
          <p:cNvSpPr/>
          <p:nvPr/>
        </p:nvSpPr>
        <p:spPr>
          <a:xfrm>
            <a:off x="10944577" y="427096"/>
            <a:ext cx="895586" cy="566326"/>
          </a:xfrm>
          <a:prstGeom prst="ellipse">
            <a:avLst/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333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73E5E-A5A2-9FD0-D3DE-3C4C83800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BDEB0-C227-A78B-724E-E2262940A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531B4-0885-CBE9-FA0C-D0FEE8586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Checked and unified formats</a:t>
            </a:r>
            <a:r>
              <a:rPr lang="en-US">
                <a:ea typeface="+mn-lt"/>
                <a:cs typeface="+mn-lt"/>
              </a:rPr>
              <a:t> across all airlines.</a:t>
            </a:r>
            <a:endParaRPr lang="en-US"/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Extracted key financials</a:t>
            </a:r>
            <a:r>
              <a:rPr lang="en-US">
                <a:ea typeface="+mn-lt"/>
                <a:cs typeface="+mn-lt"/>
              </a:rPr>
              <a:t>: Revenue, EBIT, Tax Rate, Invested Capital, ROIC</a:t>
            </a:r>
            <a:endParaRPr lang="en-US"/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Standardized units</a:t>
            </a:r>
            <a:r>
              <a:rPr lang="en-US">
                <a:ea typeface="+mn-lt"/>
                <a:cs typeface="+mn-lt"/>
              </a:rPr>
              <a:t>: All data converted to </a:t>
            </a:r>
            <a:r>
              <a:rPr lang="en-US" b="1">
                <a:ea typeface="+mn-lt"/>
                <a:cs typeface="+mn-lt"/>
              </a:rPr>
              <a:t>millions of euros</a:t>
            </a:r>
            <a:endParaRPr lang="en-US"/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Fixed formatting issues</a:t>
            </a:r>
            <a:r>
              <a:rPr lang="en-US">
                <a:ea typeface="+mn-lt"/>
                <a:cs typeface="+mn-lt"/>
              </a:rPr>
              <a:t>: Removed commas, converted % to decimals</a:t>
            </a:r>
            <a:endParaRPr lang="en-US"/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Handled errors and missing data</a:t>
            </a:r>
            <a:r>
              <a:rPr lang="en-US">
                <a:ea typeface="+mn-lt"/>
                <a:cs typeface="+mn-lt"/>
              </a:rPr>
              <a:t>: Replaced formula errors and documented gaps</a:t>
            </a:r>
            <a:endParaRPr lang="en-US"/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Created new variable</a:t>
            </a:r>
            <a:r>
              <a:rPr lang="en-US">
                <a:ea typeface="+mn-lt"/>
                <a:cs typeface="+mn-lt"/>
              </a:rPr>
              <a:t>: ROIC calculated using EBIT × (1 – Tax Rate) / Invested Capital</a:t>
            </a:r>
            <a:endParaRPr lang="en-US"/>
          </a:p>
          <a:p>
            <a:pPr marL="0" indent="0" algn="ctr">
              <a:buNone/>
            </a:pPr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266BF4E-4CF9-C2D7-4968-FC31334398A9}"/>
              </a:ext>
            </a:extLst>
          </p:cNvPr>
          <p:cNvSpPr/>
          <p:nvPr/>
        </p:nvSpPr>
        <p:spPr>
          <a:xfrm>
            <a:off x="11212688" y="789281"/>
            <a:ext cx="895586" cy="566326"/>
          </a:xfrm>
          <a:prstGeom prst="ellipse">
            <a:avLst/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D9131E66-E72E-E9C0-D082-8B0C097BA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1306" y="194695"/>
            <a:ext cx="2141456" cy="2065378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8682C8BB-B2A6-3DDF-CAAD-01CF7C672373}"/>
              </a:ext>
            </a:extLst>
          </p:cNvPr>
          <p:cNvSpPr/>
          <p:nvPr/>
        </p:nvSpPr>
        <p:spPr>
          <a:xfrm>
            <a:off x="11216720" y="731896"/>
            <a:ext cx="895586" cy="566326"/>
          </a:xfrm>
          <a:prstGeom prst="ellipse">
            <a:avLst/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5E7267-E579-4024-674A-7FF6099D1740}"/>
              </a:ext>
            </a:extLst>
          </p:cNvPr>
          <p:cNvSpPr txBox="1"/>
          <p:nvPr/>
        </p:nvSpPr>
        <p:spPr>
          <a:xfrm>
            <a:off x="955648" y="5116389"/>
            <a:ext cx="962998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b="1">
              <a:ea typeface="+mn-lt"/>
              <a:cs typeface="+mn-lt"/>
            </a:endParaRPr>
          </a:p>
          <a:p>
            <a:pPr marL="285750" indent="-285750">
              <a:buFont typeface="Wingdings"/>
              <a:buChar char="v"/>
            </a:pPr>
            <a:r>
              <a:rPr lang="en-US" b="1">
                <a:ea typeface="+mn-lt"/>
                <a:cs typeface="+mn-lt"/>
              </a:rPr>
              <a:t>Why It Matter:</a:t>
            </a:r>
            <a:r>
              <a:rPr lang="en-US">
                <a:ea typeface="+mn-lt"/>
                <a:cs typeface="+mn-lt"/>
              </a:rPr>
              <a:t> Clean, consistent data is essential for accurate modeling and trustworthy strategic insights.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14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51B7E-D9DE-4159-2715-9A9B6E0BA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5E4E9-4667-3277-FE20-3034EB24D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1144B-1A94-ADD7-00E6-16575EC4A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854130"/>
            <a:ext cx="9283503" cy="37398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b="1"/>
              <a:t>Hypothesis:</a:t>
            </a:r>
            <a:r>
              <a:rPr lang="en-US" sz="1800"/>
              <a:t> </a:t>
            </a:r>
            <a:r>
              <a:rPr lang="en-US" sz="1800">
                <a:solidFill>
                  <a:srgbClr val="000000"/>
                </a:solidFill>
                <a:latin typeface="Calisto MT"/>
                <a:ea typeface="Roboto"/>
                <a:cs typeface="Roboto"/>
              </a:rPr>
              <a:t>Strategic shifts and external shocks impact ROIC across different airline business models.</a:t>
            </a:r>
            <a:endParaRPr lang="en-US" sz="1800">
              <a:solidFill>
                <a:srgbClr val="000000"/>
              </a:solidFill>
              <a:latin typeface="Calisto MT"/>
            </a:endParaRPr>
          </a:p>
          <a:p>
            <a:r>
              <a:rPr lang="en-US" sz="1800" b="1"/>
              <a:t>Methodology: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/>
              <a:t>Time series and cross-sectional analysis </a:t>
            </a:r>
            <a:r>
              <a:rPr lang="en-US"/>
              <a:t>→ Trends and comparisons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/>
              <a:t>Volatility analysis</a:t>
            </a:r>
            <a:r>
              <a:rPr lang="en-US"/>
              <a:t> → ROIC </a:t>
            </a:r>
            <a:r>
              <a:rPr lang="en-US">
                <a:ea typeface="+mn-lt"/>
                <a:cs typeface="+mn-lt"/>
              </a:rPr>
              <a:t>stability and its drivers across firms </a:t>
            </a:r>
            <a:r>
              <a:rPr lang="en-US" i="1">
                <a:ea typeface="+mn-lt"/>
                <a:cs typeface="+mn-lt"/>
              </a:rPr>
              <a:t>(Correlation matrix, Regression, Std Dev)</a:t>
            </a:r>
          </a:p>
          <a:p>
            <a:pPr marL="685800">
              <a:lnSpc>
                <a:spcPct val="100000"/>
              </a:lnSpc>
              <a:spcBef>
                <a:spcPts val="500"/>
              </a:spcBef>
              <a:buFont typeface="Courier New" panose="020B0604020202020204" pitchFamily="34" charset="0"/>
              <a:buChar char="o"/>
            </a:pPr>
            <a:r>
              <a:rPr lang="en-US" sz="1800" b="1"/>
              <a:t>ROIC prediction under baseline and stress tests</a:t>
            </a:r>
            <a:r>
              <a:rPr lang="en-US" sz="1800"/>
              <a:t> → </a:t>
            </a:r>
            <a:r>
              <a:rPr lang="en-US" sz="1800">
                <a:ea typeface="+mn-lt"/>
                <a:cs typeface="+mn-lt"/>
              </a:rPr>
              <a:t>How ROIC responds to changes in key inputs across models: </a:t>
            </a:r>
            <a:r>
              <a:rPr lang="en-US" sz="1800" err="1">
                <a:ea typeface="+mn-lt"/>
                <a:cs typeface="+mn-lt"/>
              </a:rPr>
              <a:t>CapEx</a:t>
            </a:r>
            <a:r>
              <a:rPr lang="en-US" sz="1800">
                <a:ea typeface="+mn-lt"/>
                <a:cs typeface="+mn-lt"/>
              </a:rPr>
              <a:t> -10% (fleet expansion), Revenue -10% (demand drop), Invested Capital +15% (M&amp;A)</a:t>
            </a:r>
            <a:endParaRPr lang="en-US" sz="18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/>
              <a:t>ROIC forecasts</a:t>
            </a:r>
            <a:r>
              <a:rPr lang="en-US"/>
              <a:t> → Estimate future ROIC trajectories under realistic strategic assumptions </a:t>
            </a:r>
            <a:r>
              <a:rPr lang="en-US" i="1"/>
              <a:t>(</a:t>
            </a:r>
            <a:r>
              <a:rPr lang="en-US" i="1">
                <a:ea typeface="+mn-lt"/>
                <a:cs typeface="+mn-lt"/>
              </a:rPr>
              <a:t>ARIMA(0,1,1))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  <a:p>
            <a:endParaRPr lang="en-US" sz="1800"/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1034CD3F-9FAF-944A-C268-7DB2A13A5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9884" y="194695"/>
            <a:ext cx="2372878" cy="2319378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A1F904AA-0352-CD56-F991-CB9B8573EACE}"/>
              </a:ext>
            </a:extLst>
          </p:cNvPr>
          <p:cNvSpPr/>
          <p:nvPr/>
        </p:nvSpPr>
        <p:spPr>
          <a:xfrm>
            <a:off x="11212688" y="1287874"/>
            <a:ext cx="895586" cy="566326"/>
          </a:xfrm>
          <a:prstGeom prst="ellipse">
            <a:avLst/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41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0589E-642F-4EFF-74B3-4CE4C4854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02D77-4D41-9F1C-8682-AD5A6646A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Modeling</a:t>
            </a:r>
            <a:br>
              <a:rPr lang="en-US"/>
            </a:br>
            <a:r>
              <a:rPr lang="en-US" sz="1800"/>
              <a:t>Visualizations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5076B-E393-FA71-12F7-C5BD0E7F0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854130"/>
            <a:ext cx="9283503" cy="3739896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>
              <a:ea typeface="Roboto"/>
              <a:cs typeface="Roboto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  <a:p>
            <a:endParaRPr lang="en-US" sz="1800"/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E968A875-1A5D-AEBD-4C2C-5C0DA5248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9884" y="194695"/>
            <a:ext cx="2372878" cy="2319378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BD742F76-6261-7638-6D17-391C35844E82}"/>
              </a:ext>
            </a:extLst>
          </p:cNvPr>
          <p:cNvSpPr/>
          <p:nvPr/>
        </p:nvSpPr>
        <p:spPr>
          <a:xfrm>
            <a:off x="11212688" y="1287874"/>
            <a:ext cx="895586" cy="566326"/>
          </a:xfrm>
          <a:prstGeom prst="ellipse">
            <a:avLst/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CA3B29-4C79-7A47-0A88-B31897AFF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181" y="2031453"/>
            <a:ext cx="6740088" cy="40169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6BE88E-9997-4830-5E4F-079454B03C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3432" y="2941254"/>
            <a:ext cx="5083722" cy="187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053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A9094-50EA-5476-F889-50DF624E4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DF414-D76D-FFBD-5C48-D953ABC3B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Evaluation</a:t>
            </a:r>
            <a:br>
              <a:rPr lang="en-US"/>
            </a:br>
            <a:r>
              <a:rPr lang="en-US" sz="1800"/>
              <a:t>Methodology</a:t>
            </a:r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8A824977-0885-B686-0914-3F3EE5BA8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9884" y="194695"/>
            <a:ext cx="2372878" cy="2319378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ADD547EF-7DA3-B7D4-B7C4-396CD9EA17C8}"/>
              </a:ext>
            </a:extLst>
          </p:cNvPr>
          <p:cNvSpPr/>
          <p:nvPr/>
        </p:nvSpPr>
        <p:spPr>
          <a:xfrm>
            <a:off x="10558873" y="1715911"/>
            <a:ext cx="895586" cy="566326"/>
          </a:xfrm>
          <a:prstGeom prst="ellipse">
            <a:avLst/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Content Placeholder 18">
            <a:extLst>
              <a:ext uri="{FF2B5EF4-FFF2-40B4-BE49-F238E27FC236}">
                <a16:creationId xmlns:a16="http://schemas.microsoft.com/office/drawing/2014/main" id="{8598C04B-7261-644D-461A-6D44460A2C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481566"/>
              </p:ext>
            </p:extLst>
          </p:nvPr>
        </p:nvGraphicFramePr>
        <p:xfrm>
          <a:off x="1100795" y="2511534"/>
          <a:ext cx="9891761" cy="3474720"/>
        </p:xfrm>
        <a:graphic>
          <a:graphicData uri="http://schemas.openxmlformats.org/drawingml/2006/table">
            <a:tbl>
              <a:tblPr bandRow="1">
                <a:tableStyleId>{7E9639D4-E3E2-4D34-9284-5A2195B3D0D7}</a:tableStyleId>
              </a:tblPr>
              <a:tblGrid>
                <a:gridCol w="3337600">
                  <a:extLst>
                    <a:ext uri="{9D8B030D-6E8A-4147-A177-3AD203B41FA5}">
                      <a16:colId xmlns:a16="http://schemas.microsoft.com/office/drawing/2014/main" val="3771922768"/>
                    </a:ext>
                  </a:extLst>
                </a:gridCol>
                <a:gridCol w="6554161">
                  <a:extLst>
                    <a:ext uri="{9D8B030D-6E8A-4147-A177-3AD203B41FA5}">
                      <a16:colId xmlns:a16="http://schemas.microsoft.com/office/drawing/2014/main" val="32483535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Methodological Step</a:t>
                      </a:r>
                    </a:p>
                  </a:txBody>
                  <a:tcPr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Evaluation</a:t>
                      </a:r>
                    </a:p>
                  </a:txBody>
                  <a:tcPr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847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1. Time Series &amp; Cross-Sectional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/>
                        <a:t>Identify business model patterns and relative performance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/>
                        <a:t>Be strong for benchmarking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08288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2. Volatility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/>
                        <a:t>Implement different models for identifying 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alisto MT"/>
                        </a:rPr>
                        <a:t>ROIC drivers </a:t>
                      </a:r>
                      <a:r>
                        <a:rPr lang="en-US" sz="1800" b="0" i="1" u="none" strike="noStrike" noProof="0">
                          <a:solidFill>
                            <a:srgbClr val="000000"/>
                          </a:solidFill>
                          <a:latin typeface="Calisto MT"/>
                        </a:rPr>
                        <a:t>(Correlation matrix, Regression, Random forest, Std Dev)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/>
                        <a:t>Separated stable vs volatile drivers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/>
                        <a:t>Highlight firm-specific sensitivities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796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3. ROIC Prediction Under Scenarios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/>
                        <a:t>Realistic stressors tied to strategic levers 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/>
                        <a:t>Allow direct firm comparisons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1259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4. ROIC Forecasting (ARIMA)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Time series model well-suited for noisy, mean-reverting metric like ROIC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69332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008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47D53-CB7E-DE9F-225D-246FAB385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2B0F5-3518-EFB7-DF2F-2B6855524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723553" cy="1075118"/>
          </a:xfrm>
        </p:spPr>
        <p:txBody>
          <a:bodyPr>
            <a:normAutofit/>
          </a:bodyPr>
          <a:lstStyle/>
          <a:p>
            <a:r>
              <a:rPr lang="en-US"/>
              <a:t>Evaluation</a:t>
            </a:r>
            <a:br>
              <a:rPr lang="en-US"/>
            </a:br>
            <a:r>
              <a:rPr lang="en-US" sz="180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BBB67-2D63-1999-4E97-7A0768374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987288"/>
            <a:ext cx="9370905" cy="433767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/>
              <a:t>Simplified ROIC Decomposition</a:t>
            </a:r>
          </a:p>
          <a:p>
            <a:pPr lvl="1">
              <a:lnSpc>
                <a:spcPct val="90000"/>
              </a:lnSpc>
              <a:buFont typeface="Courier New" panose="020B0604020202020204" pitchFamily="34" charset="0"/>
              <a:buChar char="o"/>
            </a:pPr>
            <a:r>
              <a:rPr lang="en-US"/>
              <a:t>Complex real-world interactions (might not be linear)</a:t>
            </a:r>
          </a:p>
          <a:p>
            <a:pPr lvl="1">
              <a:lnSpc>
                <a:spcPct val="90000"/>
              </a:lnSpc>
              <a:buFont typeface="Courier New" panose="020B0604020202020204" pitchFamily="34" charset="0"/>
              <a:buChar char="o"/>
            </a:pPr>
            <a:r>
              <a:rPr lang="en-US"/>
              <a:t>Some capital efficiency metrics (e.g., asset turnover by segment, route profitability) were not available or modeled explicitly.</a:t>
            </a:r>
          </a:p>
          <a:p>
            <a:pPr>
              <a:lnSpc>
                <a:spcPct val="90000"/>
              </a:lnSpc>
            </a:pPr>
            <a:r>
              <a:rPr lang="en-US" b="1"/>
              <a:t>Scenario Assumptions</a:t>
            </a:r>
          </a:p>
          <a:p>
            <a:pPr lvl="1">
              <a:lnSpc>
                <a:spcPct val="90000"/>
              </a:lnSpc>
              <a:buFont typeface="Courier New" panose="020B0604020202020204" pitchFamily="34" charset="0"/>
              <a:buChar char="o"/>
            </a:pPr>
            <a:r>
              <a:rPr lang="en-US"/>
              <a:t>Stylized and hypothetical scenarios</a:t>
            </a:r>
          </a:p>
          <a:p>
            <a:pPr lvl="1">
              <a:lnSpc>
                <a:spcPct val="90000"/>
              </a:lnSpc>
              <a:buFont typeface="Courier New" panose="020B0604020202020204" pitchFamily="34" charset="0"/>
              <a:buChar char="o"/>
            </a:pPr>
            <a:r>
              <a:rPr lang="en-US"/>
              <a:t>Not accounting for firm-specifics.</a:t>
            </a:r>
          </a:p>
          <a:p>
            <a:pPr>
              <a:lnSpc>
                <a:spcPct val="90000"/>
              </a:lnSpc>
            </a:pPr>
            <a:r>
              <a:rPr lang="en-US" b="1"/>
              <a:t>Modeling Constraints</a:t>
            </a:r>
          </a:p>
          <a:p>
            <a:pPr lvl="1">
              <a:lnSpc>
                <a:spcPct val="90000"/>
              </a:lnSpc>
              <a:buFont typeface="Courier New" panose="020B0604020202020204" pitchFamily="34" charset="0"/>
              <a:buChar char="o"/>
            </a:pPr>
            <a:r>
              <a:rPr lang="en-US"/>
              <a:t>Interdependencies between financial variables.</a:t>
            </a:r>
          </a:p>
          <a:p>
            <a:pPr>
              <a:lnSpc>
                <a:spcPct val="90000"/>
              </a:lnSpc>
            </a:pPr>
            <a:r>
              <a:rPr lang="en-US" b="1"/>
              <a:t>Outlier Influence</a:t>
            </a:r>
            <a:endParaRPr lang="en-US"/>
          </a:p>
          <a:p>
            <a:pPr lvl="1">
              <a:lnSpc>
                <a:spcPct val="90000"/>
              </a:lnSpc>
              <a:buFont typeface="Courier New" panose="020B0604020202020204" pitchFamily="34" charset="0"/>
              <a:buChar char="o"/>
            </a:pPr>
            <a:r>
              <a:rPr lang="en-US"/>
              <a:t>Extreme ROIC values (Aegean, Wizz Air...)</a:t>
            </a:r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A93A08E2-3EDB-3C82-7471-DB65760DC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9884" y="194695"/>
            <a:ext cx="2372878" cy="2319378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67D7FC49-0634-FAFB-2D84-B350CD95161F}"/>
              </a:ext>
            </a:extLst>
          </p:cNvPr>
          <p:cNvSpPr/>
          <p:nvPr/>
        </p:nvSpPr>
        <p:spPr>
          <a:xfrm>
            <a:off x="10558873" y="1715911"/>
            <a:ext cx="895586" cy="566326"/>
          </a:xfrm>
          <a:prstGeom prst="ellipse">
            <a:avLst/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618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44FFD-1800-9B72-3D6D-510C3E453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A716C-E583-10AA-A661-A1ABCB312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Deployment</a:t>
            </a:r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FFEBF625-519D-458B-B72A-63D82CB99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9884" y="194695"/>
            <a:ext cx="2372878" cy="2319378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F844025B-2128-32DB-8722-7958D553B91D}"/>
              </a:ext>
            </a:extLst>
          </p:cNvPr>
          <p:cNvSpPr/>
          <p:nvPr/>
        </p:nvSpPr>
        <p:spPr>
          <a:xfrm>
            <a:off x="9905058" y="1071504"/>
            <a:ext cx="895586" cy="566326"/>
          </a:xfrm>
          <a:prstGeom prst="ellipse">
            <a:avLst/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Content Placeholder 79">
            <a:extLst>
              <a:ext uri="{FF2B5EF4-FFF2-40B4-BE49-F238E27FC236}">
                <a16:creationId xmlns:a16="http://schemas.microsoft.com/office/drawing/2014/main" id="{A6310B8B-F788-D9F4-F2E9-46C41B6F8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695918"/>
            <a:ext cx="11472971" cy="449532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600" b="1" u="sng">
                <a:solidFill>
                  <a:srgbClr val="000000"/>
                </a:solidFill>
                <a:latin typeface="Calisto MT"/>
                <a:ea typeface="Roboto"/>
                <a:cs typeface="Roboto"/>
              </a:rPr>
              <a:t>Finnair, Lufthansa, and </a:t>
            </a:r>
            <a:r>
              <a:rPr lang="en-US" sz="1600" b="1" u="sng" err="1">
                <a:solidFill>
                  <a:srgbClr val="000000"/>
                </a:solidFill>
                <a:latin typeface="Calisto MT"/>
                <a:ea typeface="Roboto"/>
                <a:cs typeface="Roboto"/>
              </a:rPr>
              <a:t>RyanAir</a:t>
            </a:r>
            <a:endParaRPr lang="en-US" sz="1600" u="sng" err="1">
              <a:solidFill>
                <a:srgbClr val="000000"/>
              </a:solidFill>
              <a:latin typeface="Calisto MT"/>
              <a:ea typeface="Roboto"/>
              <a:cs typeface="Roboto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i="1">
                <a:solidFill>
                  <a:srgbClr val="000000"/>
                </a:solidFill>
                <a:latin typeface="Calisto MT"/>
                <a:ea typeface="Roboto"/>
                <a:cs typeface="Roboto"/>
              </a:rPr>
              <a:t>Low ROIC sensitivity (</a:t>
            </a:r>
            <a:r>
              <a:rPr lang="en-US" sz="1600" i="1">
                <a:solidFill>
                  <a:srgbClr val="000000"/>
                </a:solidFill>
                <a:ea typeface="Roboto"/>
                <a:cs typeface="Roboto"/>
              </a:rPr>
              <a:t>Lufthansa &amp; </a:t>
            </a:r>
            <a:r>
              <a:rPr lang="en-US" sz="1600" i="1" err="1">
                <a:solidFill>
                  <a:srgbClr val="000000"/>
                </a:solidFill>
                <a:ea typeface="Roboto"/>
                <a:cs typeface="Roboto"/>
              </a:rPr>
              <a:t>RyanAir</a:t>
            </a:r>
            <a:r>
              <a:rPr lang="en-US" sz="1600" i="1">
                <a:solidFill>
                  <a:srgbClr val="000000"/>
                </a:solidFill>
                <a:ea typeface="Roboto"/>
                <a:cs typeface="Roboto"/>
              </a:rPr>
              <a:t> slightly more responsive to positive demand conditions)</a:t>
            </a:r>
            <a:endParaRPr lang="en-US">
              <a:solidFill>
                <a:srgbClr val="000000"/>
              </a:solidFill>
              <a:ea typeface="Roboto"/>
              <a:cs typeface="Roboto"/>
            </a:endParaRPr>
          </a:p>
          <a:p>
            <a:pPr marL="0" indent="0">
              <a:buNone/>
            </a:pPr>
            <a:r>
              <a:rPr lang="en-US" sz="1600">
                <a:solidFill>
                  <a:srgbClr val="0070C0"/>
                </a:solidFill>
                <a:latin typeface="Calisto MT"/>
                <a:ea typeface="Roboto"/>
                <a:cs typeface="Roboto"/>
              </a:rPr>
              <a:t>⇒ Incremental </a:t>
            </a:r>
            <a:r>
              <a:rPr lang="en-US" sz="1600" err="1">
                <a:solidFill>
                  <a:srgbClr val="0070C0"/>
                </a:solidFill>
                <a:latin typeface="Calisto MT"/>
                <a:ea typeface="Roboto"/>
                <a:cs typeface="Roboto"/>
              </a:rPr>
              <a:t>CapEx</a:t>
            </a:r>
            <a:r>
              <a:rPr lang="en-US" sz="1600">
                <a:solidFill>
                  <a:srgbClr val="0070C0"/>
                </a:solidFill>
                <a:latin typeface="Calisto MT"/>
                <a:ea typeface="Roboto"/>
                <a:cs typeface="Roboto"/>
              </a:rPr>
              <a:t> reduction or targeted capital efficiency to slightly improve ROIC</a:t>
            </a:r>
            <a:endParaRPr lang="en-US" sz="1600">
              <a:solidFill>
                <a:srgbClr val="0070C0"/>
              </a:solidFill>
              <a:ea typeface="Roboto"/>
              <a:cs typeface="Roboto"/>
            </a:endParaRPr>
          </a:p>
          <a:p>
            <a:r>
              <a:rPr lang="en-US" sz="1600" b="1" u="sng">
                <a:solidFill>
                  <a:srgbClr val="000000"/>
                </a:solidFill>
                <a:latin typeface="Calisto MT"/>
                <a:ea typeface="Roboto"/>
                <a:cs typeface="Roboto"/>
              </a:rPr>
              <a:t>Air France-KLM</a:t>
            </a:r>
            <a:r>
              <a:rPr lang="en-US" sz="1600" u="sng">
                <a:solidFill>
                  <a:srgbClr val="000000"/>
                </a:solidFill>
                <a:latin typeface="Calisto MT"/>
                <a:ea typeface="Roboto"/>
                <a:cs typeface="Roboto"/>
              </a:rPr>
              <a:t> 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1600" i="1">
                <a:solidFill>
                  <a:srgbClr val="000000"/>
                </a:solidFill>
                <a:latin typeface="Calisto MT"/>
                <a:ea typeface="Roboto"/>
                <a:cs typeface="Roboto"/>
              </a:rPr>
              <a:t>Highest ROIC positive sensitivity to conditions</a:t>
            </a:r>
          </a:p>
          <a:p>
            <a:pPr marL="0" indent="0">
              <a:buNone/>
            </a:pPr>
            <a:r>
              <a:rPr lang="en-US" sz="1600">
                <a:solidFill>
                  <a:srgbClr val="0070C0"/>
                </a:solidFill>
                <a:latin typeface="Calisto MT"/>
                <a:ea typeface="Roboto"/>
                <a:cs typeface="Roboto"/>
              </a:rPr>
              <a:t>⇒ Good position to benefit from strategic investment and demand-side growth</a:t>
            </a:r>
            <a:endParaRPr lang="en-US" sz="1600">
              <a:solidFill>
                <a:srgbClr val="0070C0"/>
              </a:solidFill>
            </a:endParaRPr>
          </a:p>
          <a:p>
            <a:r>
              <a:rPr lang="en-US" sz="1600" b="1" u="sng">
                <a:solidFill>
                  <a:srgbClr val="000000"/>
                </a:solidFill>
                <a:latin typeface="Calisto MT"/>
                <a:ea typeface="Roboto"/>
                <a:cs typeface="Roboto"/>
              </a:rPr>
              <a:t>Wizz Air and Aegean</a:t>
            </a:r>
            <a:r>
              <a:rPr lang="en-US" sz="1600" u="sng">
                <a:solidFill>
                  <a:srgbClr val="000000"/>
                </a:solidFill>
                <a:latin typeface="Calisto MT"/>
                <a:ea typeface="Roboto"/>
                <a:cs typeface="Roboto"/>
              </a:rPr>
              <a:t>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i="1">
                <a:solidFill>
                  <a:srgbClr val="000000"/>
                </a:solidFill>
                <a:latin typeface="Calisto MT"/>
                <a:ea typeface="Roboto"/>
                <a:cs typeface="Roboto"/>
              </a:rPr>
              <a:t>Very high ROIC values skew the distribution in all scenarios</a:t>
            </a:r>
          </a:p>
          <a:p>
            <a:pPr marL="0" indent="0">
              <a:buNone/>
            </a:pPr>
            <a:r>
              <a:rPr lang="en-US" sz="1600">
                <a:solidFill>
                  <a:srgbClr val="0070C0"/>
                </a:solidFill>
                <a:latin typeface="Calisto MT"/>
                <a:ea typeface="Roboto"/>
                <a:cs typeface="Roboto"/>
              </a:rPr>
              <a:t>⇒ Urgent reassessment of capital planning or asset utilization, especially in volatile markets or rely heavily on lease financing</a:t>
            </a:r>
            <a:endParaRPr lang="en-US" sz="1600">
              <a:solidFill>
                <a:srgbClr val="0070C0"/>
              </a:solidFill>
            </a:endParaRPr>
          </a:p>
          <a:p>
            <a:r>
              <a:rPr lang="en-US" sz="1600" b="1" u="sng">
                <a:solidFill>
                  <a:srgbClr val="000000"/>
                </a:solidFill>
                <a:latin typeface="Calisto MT"/>
                <a:ea typeface="Roboto"/>
                <a:cs typeface="Roboto"/>
              </a:rPr>
              <a:t>Norwegian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i="1">
                <a:solidFill>
                  <a:srgbClr val="000000"/>
                </a:solidFill>
                <a:latin typeface="Calisto MT"/>
                <a:ea typeface="Roboto"/>
                <a:cs typeface="Roboto"/>
              </a:rPr>
              <a:t>Mild negative sensitivity</a:t>
            </a:r>
          </a:p>
          <a:p>
            <a:pPr marL="0" indent="0">
              <a:buNone/>
            </a:pPr>
            <a:r>
              <a:rPr lang="en-US" sz="1600">
                <a:solidFill>
                  <a:srgbClr val="0070C0"/>
                </a:solidFill>
                <a:latin typeface="Calisto MT"/>
                <a:ea typeface="Roboto"/>
                <a:cs typeface="Roboto"/>
              </a:rPr>
              <a:t>⇒ Being "asset-light" doesn’t make ROIC invulnerable.</a:t>
            </a:r>
            <a:endParaRPr lang="en-US" sz="1600">
              <a:solidFill>
                <a:srgbClr val="0070C0"/>
              </a:solidFill>
            </a:endParaRPr>
          </a:p>
          <a:p>
            <a:endParaRPr lang="en-US" sz="1600"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873675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08967-2BFA-069B-9354-494028E87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EAF41-3546-0300-B792-7CC6ED73B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3051874"/>
            <a:ext cx="2955028" cy="758694"/>
          </a:xfrm>
        </p:spPr>
        <p:txBody>
          <a:bodyPr>
            <a:normAutofit/>
          </a:bodyPr>
          <a:lstStyle/>
          <a:p>
            <a:r>
              <a:rPr lang="vi-VN">
                <a:solidFill>
                  <a:schemeClr val="tx1">
                    <a:lumMod val="95000"/>
                    <a:lumOff val="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DASHBoard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E95D8E-1EE6-7F00-4433-01EB68389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563" y="125435"/>
            <a:ext cx="8222359" cy="26946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EEECAB5-D805-B0F5-D5ED-8DF004E1B3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6563" y="2820085"/>
            <a:ext cx="8222359" cy="21076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F5145DF-5BB6-A78B-3A82-4D6687AAD0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6562" y="4927715"/>
            <a:ext cx="8222359" cy="1885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1050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4460F-48D2-23DD-1B53-8EDD6CE5D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4376" y="2320159"/>
            <a:ext cx="6368887" cy="775506"/>
          </a:xfrm>
        </p:spPr>
        <p:txBody>
          <a:bodyPr>
            <a:normAutofit/>
          </a:bodyPr>
          <a:lstStyle/>
          <a:p>
            <a:r>
              <a:rPr lang="en-US"/>
              <a:t>THANK  YOU FOR LISTENING!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45CA9-3E1E-53A2-71D4-ABA0E11C4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1083" y="3187629"/>
            <a:ext cx="988903" cy="47512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Q&amp;A?</a:t>
            </a:r>
          </a:p>
        </p:txBody>
      </p:sp>
    </p:spTree>
    <p:extLst>
      <p:ext uri="{BB962C8B-B14F-4D97-AF65-F5344CB8AC3E}">
        <p14:creationId xmlns:p14="http://schemas.microsoft.com/office/powerpoint/2010/main" val="1102463118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ChronicleVTI</vt:lpstr>
      <vt:lpstr>ROIC Sensitivity Among (European) Airlines</vt:lpstr>
      <vt:lpstr>Business Problem</vt:lpstr>
      <vt:lpstr>Business Problem</vt:lpstr>
      <vt:lpstr>Data Understanding</vt:lpstr>
      <vt:lpstr>Data Preparation</vt:lpstr>
      <vt:lpstr>Modeling</vt:lpstr>
      <vt:lpstr>Modeling Visualizations</vt:lpstr>
      <vt:lpstr>Evaluation Methodology</vt:lpstr>
      <vt:lpstr>Evaluation Limitations</vt:lpstr>
      <vt:lpstr>Deployment</vt:lpstr>
      <vt:lpstr>DASHBoard</vt:lpstr>
      <vt:lpstr>THANK  YOU FOR LISTENING!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2025-05-31T08:52:37Z</dcterms:created>
  <dcterms:modified xsi:type="dcterms:W3CDTF">2025-06-03T10:43:18Z</dcterms:modified>
</cp:coreProperties>
</file>